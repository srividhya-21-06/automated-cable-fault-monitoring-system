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4"/>
  </p:notesMasterIdLst>
  <p:handoutMasterIdLst>
    <p:handoutMasterId r:id="rId24"/>
  </p:handoutMasterIdLst>
  <p:sldIdLst>
    <p:sldId id="327" r:id="rId3"/>
    <p:sldId id="328" r:id="rId5"/>
    <p:sldId id="303" r:id="rId6"/>
    <p:sldId id="331" r:id="rId7"/>
    <p:sldId id="332" r:id="rId8"/>
    <p:sldId id="333" r:id="rId9"/>
    <p:sldId id="334" r:id="rId10"/>
    <p:sldId id="323" r:id="rId11"/>
    <p:sldId id="324" r:id="rId12"/>
    <p:sldId id="336" r:id="rId13"/>
    <p:sldId id="312" r:id="rId14"/>
    <p:sldId id="342" r:id="rId15"/>
    <p:sldId id="343" r:id="rId16"/>
    <p:sldId id="344" r:id="rId17"/>
    <p:sldId id="337" r:id="rId18"/>
    <p:sldId id="338" r:id="rId19"/>
    <p:sldId id="339" r:id="rId20"/>
    <p:sldId id="340" r:id="rId21"/>
    <p:sldId id="341" r:id="rId22"/>
    <p:sldId id="31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7174" userDrawn="1">
          <p15:clr>
            <a:srgbClr val="A4A3A4"/>
          </p15:clr>
        </p15:guide>
        <p15:guide id="2" pos="384" userDrawn="1">
          <p15:clr>
            <a:srgbClr val="A4A3A4"/>
          </p15:clr>
        </p15:guide>
        <p15:guide id="3" orient="horz" pos="510" userDrawn="1">
          <p15:clr>
            <a:srgbClr val="A4A3A4"/>
          </p15:clr>
        </p15:guide>
        <p15:guide id="4" orient="horz" pos="3712" userDrawn="1">
          <p15:clr>
            <a:srgbClr val="A4A3A4"/>
          </p15:clr>
        </p15:guide>
        <p15:guide id="5" orient="horz" pos="722" userDrawn="1">
          <p15:clr>
            <a:srgbClr val="A4A3A4"/>
          </p15:clr>
        </p15:guide>
        <p15:guide id="7" pos="4009" userDrawn="1">
          <p15:clr>
            <a:srgbClr val="A4A3A4"/>
          </p15:clr>
        </p15:guide>
        <p15:guide id="9" pos="3696" userDrawn="1">
          <p15:clr>
            <a:srgbClr val="A4A3A4"/>
          </p15:clr>
        </p15:guide>
        <p15:guide id="10" orient="horz" pos="1517" userDrawn="1">
          <p15:clr>
            <a:srgbClr val="A4A3A4"/>
          </p15:clr>
        </p15:guide>
        <p15:guide id="11" orient="horz" pos="175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Mr.PC" initials="M" lastIdx="0" clrIdx="1"/>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D2FC"/>
    <a:srgbClr val="D9C5FD"/>
    <a:srgbClr val="FAE7FC"/>
    <a:srgbClr val="F9E3FC"/>
    <a:srgbClr val="FDCFFD"/>
    <a:srgbClr val="E8F3F4"/>
    <a:srgbClr val="FBF0FE"/>
    <a:srgbClr val="F4DEFA"/>
    <a:srgbClr val="BBDE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309" autoAdjust="0"/>
    <p:restoredTop sz="86380" autoAdjust="0"/>
  </p:normalViewPr>
  <p:slideViewPr>
    <p:cSldViewPr showGuides="1">
      <p:cViewPr varScale="1">
        <p:scale>
          <a:sx n="66" d="100"/>
          <a:sy n="66" d="100"/>
        </p:scale>
        <p:origin x="388" y="32"/>
      </p:cViewPr>
      <p:guideLst>
        <p:guide pos="7174"/>
        <p:guide pos="384"/>
        <p:guide orient="horz" pos="510"/>
        <p:guide orient="horz" pos="3712"/>
        <p:guide orient="horz" pos="722"/>
        <p:guide pos="4009"/>
        <p:guide pos="3696"/>
        <p:guide orient="horz" pos="1517"/>
        <p:guide orient="horz" pos="1758"/>
      </p:guideLst>
    </p:cSldViewPr>
  </p:slideViewPr>
  <p:outlineViewPr>
    <p:cViewPr>
      <p:scale>
        <a:sx n="33" d="100"/>
        <a:sy n="33" d="100"/>
      </p:scale>
      <p:origin x="240" y="0"/>
    </p:cViewPr>
  </p:outlineViewPr>
  <p:notesTextViewPr>
    <p:cViewPr>
      <p:scale>
        <a:sx n="1" d="1"/>
        <a:sy n="1" d="1"/>
      </p:scale>
      <p:origin x="0" y="0"/>
    </p:cViewPr>
  </p:notesTextViewPr>
  <p:notesViewPr>
    <p:cSldViewPr>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customXml" Target="../customXml/item3.xml"/><Relationship Id="rId30" Type="http://schemas.openxmlformats.org/officeDocument/2006/relationships/customXml" Target="../customXml/item2.xml"/><Relationship Id="rId3" Type="http://schemas.openxmlformats.org/officeDocument/2006/relationships/slide" Target="slides/slide1.xml"/><Relationship Id="rId29" Type="http://schemas.openxmlformats.org/officeDocument/2006/relationships/customXml" Target="../customXml/item1.xml"/><Relationship Id="rId28" Type="http://schemas.openxmlformats.org/officeDocument/2006/relationships/commentAuthors" Target="commentAuthors.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C88E34-8C8C-8747-BADB-40E1ACC00129}" type="datetimeFigureOut">
              <a:rPr lang="en-US" smtClean="0"/>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1E5FCA-B2DD-C941-A2C1-638939433487}" type="slidenum">
              <a:rPr lang="en-US" smtClean="0"/>
            </a:fld>
            <a:endParaRPr lang="en-US" dirty="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
        <p:nvSpPr>
          <p:cNvPr id="5" name="Slide Number Placeholder 4"/>
          <p:cNvSpPr>
            <a:spLocks noGrp="1"/>
          </p:cNvSpPr>
          <p:nvPr>
            <p:ph type="sldNum" sz="quarter" idx="5"/>
          </p:nvPr>
        </p:nvSpPr>
        <p:spPr/>
        <p:txBody>
          <a:bodyPr/>
          <a:lstStyle/>
          <a:p>
            <a:fld id="{821E5FCA-B2DD-C941-A2C1-638939433487}" type="slidenum">
              <a:rPr lang="en-US" smtClean="0"/>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
        <p:nvSpPr>
          <p:cNvPr id="5" name="Slide Number Placeholder 4"/>
          <p:cNvSpPr>
            <a:spLocks noGrp="1"/>
          </p:cNvSpPr>
          <p:nvPr>
            <p:ph type="sldNum" sz="quarter" idx="5"/>
          </p:nvPr>
        </p:nvSpPr>
        <p:spPr/>
        <p:txBody>
          <a:bodyPr/>
          <a:lstStyle/>
          <a:p>
            <a:fld id="{821E5FCA-B2DD-C941-A2C1-638939433487}" type="slidenum">
              <a:rPr lang="en-US" smtClean="0"/>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
        <p:nvSpPr>
          <p:cNvPr id="5" name="Slide Number Placeholder 4"/>
          <p:cNvSpPr>
            <a:spLocks noGrp="1"/>
          </p:cNvSpPr>
          <p:nvPr>
            <p:ph type="sldNum" sz="quarter" idx="5"/>
          </p:nvPr>
        </p:nvSpPr>
        <p:spPr/>
        <p:txBody>
          <a:bodyPr/>
          <a:lstStyle/>
          <a:p>
            <a:fld id="{821E5FCA-B2DD-C941-A2C1-638939433487}" type="slidenum">
              <a:rPr lang="en-US" smtClean="0"/>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
        <p:nvSpPr>
          <p:cNvPr id="5" name="Slide Number Placeholder 4"/>
          <p:cNvSpPr>
            <a:spLocks noGrp="1"/>
          </p:cNvSpPr>
          <p:nvPr>
            <p:ph type="sldNum" sz="quarter" idx="5"/>
          </p:nvPr>
        </p:nvSpPr>
        <p:spPr/>
        <p:txBody>
          <a:bodyPr/>
          <a:lstStyle/>
          <a:p>
            <a:fld id="{821E5FCA-B2DD-C941-A2C1-638939433487}" type="slidenum">
              <a:rPr lang="en-US" smtClean="0"/>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
        <p:nvSpPr>
          <p:cNvPr id="5" name="Slide Number Placeholder 4"/>
          <p:cNvSpPr>
            <a:spLocks noGrp="1"/>
          </p:cNvSpPr>
          <p:nvPr>
            <p:ph type="sldNum" sz="quarter" idx="5"/>
          </p:nvPr>
        </p:nvSpPr>
        <p:spPr/>
        <p:txBody>
          <a:bodyPr/>
          <a:lstStyle/>
          <a:p>
            <a:fld id="{821E5FCA-B2DD-C941-A2C1-638939433487}" type="slidenum">
              <a:rPr lang="en-US" smtClean="0"/>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
        <p:nvSpPr>
          <p:cNvPr id="5" name="Slide Number Placeholder 4"/>
          <p:cNvSpPr>
            <a:spLocks noGrp="1"/>
          </p:cNvSpPr>
          <p:nvPr>
            <p:ph type="sldNum" sz="quarter" idx="5"/>
          </p:nvPr>
        </p:nvSpPr>
        <p:spPr/>
        <p:txBody>
          <a:bodyPr/>
          <a:lstStyle/>
          <a:p>
            <a:fld id="{821E5FCA-B2DD-C941-A2C1-638939433487}" type="slidenum">
              <a:rPr lang="en-US" smtClean="0"/>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
        <p:nvSpPr>
          <p:cNvPr id="5" name="Slide Number Placeholder 4"/>
          <p:cNvSpPr>
            <a:spLocks noGrp="1"/>
          </p:cNvSpPr>
          <p:nvPr>
            <p:ph type="sldNum" sz="quarter" idx="5"/>
          </p:nvPr>
        </p:nvSpPr>
        <p:spPr/>
        <p:txBody>
          <a:bodyPr/>
          <a:lstStyle/>
          <a:p>
            <a:fld id="{821E5FCA-B2DD-C941-A2C1-638939433487}" type="slidenum">
              <a:rPr lang="en-US" smtClean="0"/>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
        <p:nvSpPr>
          <p:cNvPr id="5" name="Slide Number Placeholder 4"/>
          <p:cNvSpPr>
            <a:spLocks noGrp="1"/>
          </p:cNvSpPr>
          <p:nvPr>
            <p:ph type="sldNum" sz="quarter" idx="5"/>
          </p:nvPr>
        </p:nvSpPr>
        <p:spPr/>
        <p:txBody>
          <a:bodyPr/>
          <a:lstStyle/>
          <a:p>
            <a:fld id="{821E5FCA-B2DD-C941-A2C1-638939433487}" type="slidenum">
              <a:rPr lang="en-US" smtClean="0"/>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
        <p:nvSpPr>
          <p:cNvPr id="5" name="Slide Number Placeholder 4"/>
          <p:cNvSpPr>
            <a:spLocks noGrp="1"/>
          </p:cNvSpPr>
          <p:nvPr>
            <p:ph type="sldNum" sz="quarter" idx="5"/>
          </p:nvPr>
        </p:nvSpPr>
        <p:spPr/>
        <p:txBody>
          <a:bodyPr/>
          <a:lstStyle/>
          <a:p>
            <a:fld id="{821E5FCA-B2DD-C941-A2C1-638939433487}" type="slidenum">
              <a:rPr lang="en-US" smtClean="0"/>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
        <p:nvSpPr>
          <p:cNvPr id="5" name="Slide Number Placeholder 4"/>
          <p:cNvSpPr>
            <a:spLocks noGrp="1"/>
          </p:cNvSpPr>
          <p:nvPr>
            <p:ph type="sldNum" sz="quarter" idx="5"/>
          </p:nvPr>
        </p:nvSpPr>
        <p:spPr/>
        <p:txBody>
          <a:bodyPr/>
          <a:lstStyle/>
          <a:p>
            <a:fld id="{821E5FCA-B2DD-C941-A2C1-638939433487}" type="slidenum">
              <a:rPr lang="en-US" smtClean="0"/>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
        <p:nvSpPr>
          <p:cNvPr id="5" name="Slide Number Placeholder 4"/>
          <p:cNvSpPr>
            <a:spLocks noGrp="1"/>
          </p:cNvSpPr>
          <p:nvPr>
            <p:ph type="sldNum" sz="quarter" idx="5"/>
          </p:nvPr>
        </p:nvSpPr>
        <p:spPr/>
        <p:txBody>
          <a:bodyPr/>
          <a:lstStyle/>
          <a:p>
            <a:fld id="{821E5FCA-B2DD-C941-A2C1-638939433487}" type="slidenum">
              <a:rPr lang="en-US" smtClean="0"/>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
        <p:nvSpPr>
          <p:cNvPr id="5" name="Slide Number Placeholder 4"/>
          <p:cNvSpPr>
            <a:spLocks noGrp="1"/>
          </p:cNvSpPr>
          <p:nvPr>
            <p:ph type="sldNum" sz="quarter" idx="5"/>
          </p:nvPr>
        </p:nvSpPr>
        <p:spPr/>
        <p:txBody>
          <a:bodyPr/>
          <a:lstStyle/>
          <a:p>
            <a:fld id="{821E5FCA-B2DD-C941-A2C1-638939433487}" type="slidenum">
              <a:rPr lang="en-US" smtClean="0"/>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
        <p:nvSpPr>
          <p:cNvPr id="5" name="Slide Number Placeholder 4"/>
          <p:cNvSpPr>
            <a:spLocks noGrp="1"/>
          </p:cNvSpPr>
          <p:nvPr>
            <p:ph type="sldNum" sz="quarter" idx="5"/>
          </p:nvPr>
        </p:nvSpPr>
        <p:spPr/>
        <p:txBody>
          <a:bodyPr/>
          <a:lstStyle/>
          <a:p>
            <a:fld id="{821E5FCA-B2DD-C941-A2C1-638939433487}" type="slidenum">
              <a:rPr lang="en-US" smtClean="0"/>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
        <p:nvSpPr>
          <p:cNvPr id="5" name="Slide Number Placeholder 4"/>
          <p:cNvSpPr>
            <a:spLocks noGrp="1"/>
          </p:cNvSpPr>
          <p:nvPr>
            <p:ph type="sldNum" sz="quarter" idx="5"/>
          </p:nvPr>
        </p:nvSpPr>
        <p:spPr/>
        <p:txBody>
          <a:bodyPr/>
          <a:lstStyle/>
          <a:p>
            <a:fld id="{821E5FCA-B2DD-C941-A2C1-638939433487}" type="slidenum">
              <a:rPr lang="en-US" smtClean="0"/>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
        <p:nvSpPr>
          <p:cNvPr id="5" name="Slide Number Placeholder 4"/>
          <p:cNvSpPr>
            <a:spLocks noGrp="1"/>
          </p:cNvSpPr>
          <p:nvPr>
            <p:ph type="sldNum" sz="quarter" idx="5"/>
          </p:nvPr>
        </p:nvSpPr>
        <p:spPr/>
        <p:txBody>
          <a:bodyPr/>
          <a:lstStyle/>
          <a:p>
            <a:fld id="{821E5FCA-B2DD-C941-A2C1-638939433487}" type="slidenum">
              <a:rPr lang="en-US" smtClean="0"/>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5" name="Slide Number Placeholder 4"/>
          <p:cNvSpPr>
            <a:spLocks noGrp="1"/>
          </p:cNvSpPr>
          <p:nvPr>
            <p:ph type="sldNum" sz="quarter" idx="5"/>
          </p:nvPr>
        </p:nvSpPr>
        <p:spPr/>
        <p:txBody>
          <a:bodyPr/>
          <a:lstStyle/>
          <a:p>
            <a:fld id="{821E5FCA-B2DD-C941-A2C1-638939433487}" type="slidenum">
              <a:rPr lang="en-US" smtClean="0"/>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
        <p:nvSpPr>
          <p:cNvPr id="5" name="Slide Number Placeholder 4"/>
          <p:cNvSpPr>
            <a:spLocks noGrp="1"/>
          </p:cNvSpPr>
          <p:nvPr>
            <p:ph type="sldNum" sz="quarter" idx="5"/>
          </p:nvPr>
        </p:nvSpPr>
        <p:spPr/>
        <p:txBody>
          <a:bodyPr/>
          <a:lstStyle/>
          <a:p>
            <a:fld id="{821E5FCA-B2DD-C941-A2C1-638939433487}" type="slidenum">
              <a:rPr lang="en-US" smtClean="0"/>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
        <p:nvSpPr>
          <p:cNvPr id="5" name="Slide Number Placeholder 4"/>
          <p:cNvSpPr>
            <a:spLocks noGrp="1"/>
          </p:cNvSpPr>
          <p:nvPr>
            <p:ph type="sldNum" sz="quarter" idx="5"/>
          </p:nvPr>
        </p:nvSpPr>
        <p:spPr/>
        <p:txBody>
          <a:bodyPr/>
          <a:lstStyle/>
          <a:p>
            <a:fld id="{821E5FCA-B2DD-C941-A2C1-638939433487}" type="slidenum">
              <a:rPr lang="en-US" smtClean="0"/>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
        <p:nvSpPr>
          <p:cNvPr id="5" name="Slide Number Placeholder 4"/>
          <p:cNvSpPr>
            <a:spLocks noGrp="1"/>
          </p:cNvSpPr>
          <p:nvPr>
            <p:ph type="sldNum" sz="quarter" idx="5"/>
          </p:nvPr>
        </p:nvSpPr>
        <p:spPr/>
        <p:txBody>
          <a:bodyPr/>
          <a:lstStyle/>
          <a:p>
            <a:fld id="{821E5FCA-B2DD-C941-A2C1-638939433487}" type="slidenum">
              <a:rPr lang="en-US" smtClean="0"/>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
        <p:nvSpPr>
          <p:cNvPr id="5" name="Slide Number Placeholder 4"/>
          <p:cNvSpPr>
            <a:spLocks noGrp="1"/>
          </p:cNvSpPr>
          <p:nvPr>
            <p:ph type="sldNum" sz="quarter" idx="5"/>
          </p:nvPr>
        </p:nvSpPr>
        <p:spPr/>
        <p:txBody>
          <a:bodyPr/>
          <a:lstStyle/>
          <a:p>
            <a:fld id="{821E5FCA-B2DD-C941-A2C1-638939433487}" type="slidenum">
              <a:rPr lang="en-US" smtClean="0"/>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rcRect/>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1078992" y="1956816"/>
            <a:ext cx="10040112" cy="2387600"/>
          </a:xfrm>
        </p:spPr>
        <p:txBody>
          <a:bodyPr anchor="t">
            <a:noAutofit/>
          </a:bodyPr>
          <a:lstStyle>
            <a:lvl1pPr algn="l">
              <a:defRPr sz="9600" spc="300" baseline="0">
                <a:ln w="28575">
                  <a:solidFill>
                    <a:schemeClr val="tx1"/>
                  </a:solidFill>
                </a:ln>
                <a:noFill/>
              </a:defRPr>
            </a:lvl1pPr>
          </a:lstStyle>
          <a:p>
            <a:r>
              <a:rPr lang="en-US" dirty="0"/>
              <a:t>CLICK TO EDIT MASTER TITLE STYLE</a:t>
            </a:r>
            <a:endParaRPr lang="en-US" dirty="0"/>
          </a:p>
        </p:txBody>
      </p:sp>
      <p:sp>
        <p:nvSpPr>
          <p:cNvPr id="3" name="Subtitle 2"/>
          <p:cNvSpPr>
            <a:spLocks noGrp="1"/>
          </p:cNvSpPr>
          <p:nvPr>
            <p:ph type="subTitle" idx="1"/>
          </p:nvPr>
        </p:nvSpPr>
        <p:spPr>
          <a:xfrm>
            <a:off x="1078992" y="4901184"/>
            <a:ext cx="10040112" cy="1280160"/>
          </a:xfrm>
        </p:spPr>
        <p:txBody>
          <a:bodyPr/>
          <a:lstStyle>
            <a:lvl1pPr marL="0" indent="0" algn="l">
              <a:buNone/>
              <a:defRPr sz="2400" b="1" baseline="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Agenda">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857290"/>
            <a:ext cx="5797296" cy="6000710"/>
          </a:xfrm>
          <a:prstGeom prst="rect">
            <a:avLst/>
          </a:prstGeom>
        </p:spPr>
      </p:pic>
      <p:pic>
        <p:nvPicPr>
          <p:cNvPr id="8" name="Picture 7"/>
          <p:cNvPicPr>
            <a:picLocks noChangeAspect="1"/>
          </p:cNvPicPr>
          <p:nvPr userDrawn="1"/>
        </p:nvPicPr>
        <p:blipFill>
          <a:blip r:embed="rId3"/>
          <a:stretch>
            <a:fillRect/>
          </a:stretch>
        </p:blipFill>
        <p:spPr>
          <a:xfrm>
            <a:off x="8763000" y="0"/>
            <a:ext cx="3429000" cy="6807199"/>
          </a:xfrm>
          <a:prstGeom prst="rect">
            <a:avLst/>
          </a:prstGeom>
        </p:spPr>
      </p:pic>
      <p:sp>
        <p:nvSpPr>
          <p:cNvPr id="12" name="Title 11"/>
          <p:cNvSpPr>
            <a:spLocks noGrp="1"/>
          </p:cNvSpPr>
          <p:nvPr>
            <p:ph type="title"/>
          </p:nvPr>
        </p:nvSpPr>
        <p:spPr>
          <a:xfrm>
            <a:off x="612648" y="1216152"/>
            <a:ext cx="5184648" cy="4416552"/>
          </a:xfrm>
        </p:spPr>
        <p:txBody>
          <a:bodyPr lIns="0" rIns="0"/>
          <a:lstStyle>
            <a:lvl1pPr algn="r">
              <a:defRPr sz="4800" cap="all" spc="400" baseline="0"/>
            </a:lvl1pPr>
          </a:lstStyle>
          <a:p>
            <a:r>
              <a:rPr lang="en-US"/>
              <a:t>Click to edit Master title style</a:t>
            </a:r>
            <a:endParaRPr lang="en-US" dirty="0"/>
          </a:p>
        </p:txBody>
      </p:sp>
      <p:sp>
        <p:nvSpPr>
          <p:cNvPr id="14" name="Content Placeholder 13"/>
          <p:cNvSpPr>
            <a:spLocks noGrp="1"/>
          </p:cNvSpPr>
          <p:nvPr>
            <p:ph sz="quarter" idx="13"/>
          </p:nvPr>
        </p:nvSpPr>
        <p:spPr>
          <a:xfrm>
            <a:off x="6400800" y="1216025"/>
            <a:ext cx="5184648" cy="4416425"/>
          </a:xfrm>
        </p:spPr>
        <p:txBody>
          <a:bodyPr anchor="ctr"/>
          <a:lstStyle>
            <a:lvl1pPr marL="0" indent="0">
              <a:lnSpc>
                <a:spcPct val="100000"/>
              </a:lnSpc>
              <a:spcBef>
                <a:spcPts val="1000"/>
              </a:spcBef>
              <a:buNone/>
              <a:defRPr sz="2400" b="1" spc="200" baseline="0"/>
            </a:lvl1pPr>
            <a:lvl2pPr marL="228600">
              <a:lnSpc>
                <a:spcPct val="150000"/>
              </a:lnSpc>
              <a:spcBef>
                <a:spcPts val="1000"/>
              </a:spcBef>
              <a:defRPr sz="2400" spc="100" baseline="0"/>
            </a:lvl2pPr>
            <a:lvl3pPr marL="457200">
              <a:lnSpc>
                <a:spcPct val="150000"/>
              </a:lnSpc>
              <a:spcBef>
                <a:spcPts val="1000"/>
              </a:spcBef>
              <a:defRPr sz="2400" spc="100" baseline="0"/>
            </a:lvl3pPr>
            <a:lvl4pPr marL="685800">
              <a:lnSpc>
                <a:spcPct val="150000"/>
              </a:lnSpc>
              <a:spcBef>
                <a:spcPts val="1000"/>
              </a:spcBef>
              <a:defRPr sz="2400" spc="100" baseline="0"/>
            </a:lvl4pPr>
            <a:lvl5pPr marL="914400">
              <a:lnSpc>
                <a:spcPct val="150000"/>
              </a:lnSpc>
              <a:spcBef>
                <a:spcPts val="1000"/>
              </a:spcBef>
              <a:defRPr sz="2400" spc="100" baseline="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3" name="Footer Placeholder 2"/>
          <p:cNvSpPr>
            <a:spLocks noGrp="1"/>
          </p:cNvSpPr>
          <p:nvPr>
            <p:ph type="ftr" sz="quarter" idx="11"/>
          </p:nvPr>
        </p:nvSpPr>
        <p:spPr>
          <a:xfrm>
            <a:off x="4038600" y="11575"/>
            <a:ext cx="4114800" cy="856526"/>
          </a:xfrm>
          <a:prstGeom prst="rect">
            <a:avLst/>
          </a:prstGeom>
        </p:spPr>
        <p:txBody>
          <a:bodyPr/>
          <a:lstStyle/>
          <a:p>
            <a:r>
              <a:rPr lang="en-US" dirty="0"/>
              <a:t>PRESENTATION TITLE</a:t>
            </a:r>
            <a:endParaRPr lang="en-US" dirty="0"/>
          </a:p>
        </p:txBody>
      </p:sp>
      <p:sp>
        <p:nvSpPr>
          <p:cNvPr id="4" name="Slide Number Placeholder 3"/>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fld>
            <a:endParaRPr lang="en-US" dirty="0"/>
          </a:p>
        </p:txBody>
      </p:sp>
      <p:cxnSp>
        <p:nvCxnSpPr>
          <p:cNvPr id="5" name="Straight Connector 4"/>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Title and Conten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5370576" y="3428234"/>
            <a:ext cx="6821424" cy="3429766"/>
          </a:xfrm>
          <a:prstGeom prst="rect">
            <a:avLst/>
          </a:prstGeom>
        </p:spPr>
      </p:pic>
      <p:pic>
        <p:nvPicPr>
          <p:cNvPr id="10" name="Picture 9"/>
          <p:cNvPicPr>
            <a:picLocks noChangeAspect="1"/>
          </p:cNvPicPr>
          <p:nvPr userDrawn="1"/>
        </p:nvPicPr>
        <p:blipFill>
          <a:blip r:embed="rId3"/>
          <a:stretch>
            <a:fillRect/>
          </a:stretch>
        </p:blipFill>
        <p:spPr>
          <a:xfrm>
            <a:off x="0" y="0"/>
            <a:ext cx="4654518" cy="5239512"/>
          </a:xfrm>
          <a:prstGeom prst="rect">
            <a:avLst/>
          </a:prstGeom>
        </p:spPr>
      </p:pic>
      <p:sp>
        <p:nvSpPr>
          <p:cNvPr id="12" name="Title 11"/>
          <p:cNvSpPr>
            <a:spLocks noGrp="1"/>
          </p:cNvSpPr>
          <p:nvPr>
            <p:ph type="title"/>
          </p:nvPr>
        </p:nvSpPr>
        <p:spPr>
          <a:xfrm>
            <a:off x="612648" y="1216152"/>
            <a:ext cx="5184648" cy="4416552"/>
          </a:xfrm>
        </p:spPr>
        <p:txBody>
          <a:bodyPr lIns="0" rIns="0"/>
          <a:lstStyle>
            <a:lvl1pPr algn="r">
              <a:defRPr sz="4800" cap="all" spc="400" baseline="0"/>
            </a:lvl1pPr>
          </a:lstStyle>
          <a:p>
            <a:r>
              <a:rPr lang="en-US"/>
              <a:t>Click to edit Master title style</a:t>
            </a:r>
            <a:endParaRPr lang="en-US" dirty="0"/>
          </a:p>
        </p:txBody>
      </p:sp>
      <p:sp>
        <p:nvSpPr>
          <p:cNvPr id="14" name="Content Placeholder 13"/>
          <p:cNvSpPr>
            <a:spLocks noGrp="1"/>
          </p:cNvSpPr>
          <p:nvPr>
            <p:ph sz="quarter" idx="13"/>
          </p:nvPr>
        </p:nvSpPr>
        <p:spPr>
          <a:xfrm>
            <a:off x="6400800" y="1216025"/>
            <a:ext cx="5184648" cy="4416425"/>
          </a:xfrm>
        </p:spPr>
        <p:txBody>
          <a:bodyPr anchor="ctr"/>
          <a:lstStyle>
            <a:lvl1pPr marL="0" indent="0">
              <a:lnSpc>
                <a:spcPct val="150000"/>
              </a:lnSpc>
              <a:spcBef>
                <a:spcPts val="1000"/>
              </a:spcBef>
              <a:buNone/>
              <a:defRPr sz="1600" spc="100" baseline="0"/>
            </a:lvl1pPr>
            <a:lvl2pPr marL="228600">
              <a:lnSpc>
                <a:spcPct val="150000"/>
              </a:lnSpc>
              <a:spcBef>
                <a:spcPts val="1000"/>
              </a:spcBef>
              <a:defRPr sz="1600" spc="100" baseline="0"/>
            </a:lvl2pPr>
            <a:lvl3pPr marL="457200">
              <a:lnSpc>
                <a:spcPct val="150000"/>
              </a:lnSpc>
              <a:spcBef>
                <a:spcPts val="1000"/>
              </a:spcBef>
              <a:defRPr sz="1600" spc="100" baseline="0"/>
            </a:lvl3pPr>
            <a:lvl4pPr marL="685800">
              <a:lnSpc>
                <a:spcPct val="150000"/>
              </a:lnSpc>
              <a:spcBef>
                <a:spcPts val="1000"/>
              </a:spcBef>
              <a:defRPr sz="1600" spc="100" baseline="0"/>
            </a:lvl4pPr>
            <a:lvl5pPr marL="914400">
              <a:lnSpc>
                <a:spcPct val="150000"/>
              </a:lnSpc>
              <a:spcBef>
                <a:spcPts val="1000"/>
              </a:spcBef>
              <a:defRPr sz="1600" spc="100" baseline="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3" name="Footer Placeholder 2"/>
          <p:cNvSpPr>
            <a:spLocks noGrp="1"/>
          </p:cNvSpPr>
          <p:nvPr>
            <p:ph type="ftr" sz="quarter" idx="11"/>
          </p:nvPr>
        </p:nvSpPr>
        <p:spPr>
          <a:xfrm>
            <a:off x="4038600" y="11575"/>
            <a:ext cx="4114800" cy="856526"/>
          </a:xfrm>
          <a:prstGeom prst="rect">
            <a:avLst/>
          </a:prstGeom>
        </p:spPr>
        <p:txBody>
          <a:bodyPr/>
          <a:lstStyle/>
          <a:p>
            <a:r>
              <a:rPr lang="en-US" dirty="0"/>
              <a:t>PRESENTATION TITLE</a:t>
            </a:r>
            <a:endParaRPr lang="en-US" dirty="0"/>
          </a:p>
        </p:txBody>
      </p:sp>
      <p:sp>
        <p:nvSpPr>
          <p:cNvPr id="4" name="Slide Number Placeholder 3"/>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fld>
            <a:endParaRPr lang="en-US" dirty="0"/>
          </a:p>
        </p:txBody>
      </p:sp>
      <p:cxnSp>
        <p:nvCxnSpPr>
          <p:cNvPr id="5" name="Straight Connector 4"/>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Section Header">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rcRect/>
          <a:stretch>
            <a:fillRect/>
          </a:stretch>
        </p:blipFill>
        <p:spPr>
          <a:xfrm>
            <a:off x="0" y="0"/>
            <a:ext cx="12192000" cy="6858000"/>
          </a:xfrm>
          <a:prstGeom prst="rect">
            <a:avLst/>
          </a:prstGeom>
        </p:spPr>
      </p:pic>
      <p:sp>
        <p:nvSpPr>
          <p:cNvPr id="6" name="Title 1"/>
          <p:cNvSpPr>
            <a:spLocks noGrp="1"/>
          </p:cNvSpPr>
          <p:nvPr>
            <p:ph type="ctrTitle" hasCustomPrompt="1"/>
          </p:nvPr>
        </p:nvSpPr>
        <p:spPr>
          <a:xfrm>
            <a:off x="1078992" y="1956816"/>
            <a:ext cx="10040112" cy="2387600"/>
          </a:xfrm>
        </p:spPr>
        <p:txBody>
          <a:bodyPr anchor="t">
            <a:noAutofit/>
          </a:bodyPr>
          <a:lstStyle>
            <a:lvl1pPr algn="l">
              <a:defRPr sz="9600" spc="300" baseline="0">
                <a:ln w="28575">
                  <a:solidFill>
                    <a:schemeClr val="tx1"/>
                  </a:solidFill>
                </a:ln>
                <a:noFill/>
              </a:defRPr>
            </a:lvl1pPr>
          </a:lstStyle>
          <a:p>
            <a:r>
              <a:rPr lang="en-US" dirty="0"/>
              <a:t>CLICK TO EDIT MASTER TITLE STYLE</a:t>
            </a:r>
            <a:endParaRPr lang="en-US" dirty="0"/>
          </a:p>
        </p:txBody>
      </p:sp>
      <p:sp>
        <p:nvSpPr>
          <p:cNvPr id="10" name="Subtitle 2"/>
          <p:cNvSpPr>
            <a:spLocks noGrp="1"/>
          </p:cNvSpPr>
          <p:nvPr>
            <p:ph type="subTitle" idx="1"/>
          </p:nvPr>
        </p:nvSpPr>
        <p:spPr>
          <a:xfrm>
            <a:off x="1078992" y="4901184"/>
            <a:ext cx="10040112" cy="1280160"/>
          </a:xfrm>
        </p:spPr>
        <p:txBody>
          <a:bodyPr/>
          <a:lstStyle>
            <a:lvl1pPr marL="0" indent="0" algn="l">
              <a:buNone/>
              <a:defRPr sz="2400" b="1" baseline="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userDrawn="1">
  <p:cSld name="Title and Content 2">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0" y="3655535"/>
            <a:ext cx="4727448" cy="3202465"/>
          </a:xfrm>
          <a:prstGeom prst="rect">
            <a:avLst/>
          </a:prstGeom>
        </p:spPr>
      </p:pic>
      <p:pic>
        <p:nvPicPr>
          <p:cNvPr id="9" name="Picture 8"/>
          <p:cNvPicPr>
            <a:picLocks noChangeAspect="1"/>
          </p:cNvPicPr>
          <p:nvPr userDrawn="1"/>
        </p:nvPicPr>
        <p:blipFill>
          <a:blip r:embed="rId3"/>
          <a:stretch>
            <a:fillRect/>
          </a:stretch>
        </p:blipFill>
        <p:spPr>
          <a:xfrm>
            <a:off x="6548245" y="0"/>
            <a:ext cx="5643755" cy="2313432"/>
          </a:xfrm>
          <a:prstGeom prst="rect">
            <a:avLst/>
          </a:prstGeom>
        </p:spPr>
      </p:pic>
      <p:sp>
        <p:nvSpPr>
          <p:cNvPr id="12" name="Title 11"/>
          <p:cNvSpPr>
            <a:spLocks noGrp="1"/>
          </p:cNvSpPr>
          <p:nvPr>
            <p:ph type="title"/>
          </p:nvPr>
        </p:nvSpPr>
        <p:spPr>
          <a:xfrm>
            <a:off x="612648" y="1216152"/>
            <a:ext cx="5184648" cy="4416552"/>
          </a:xfrm>
        </p:spPr>
        <p:txBody>
          <a:bodyPr lIns="0" rIns="0"/>
          <a:lstStyle>
            <a:lvl1pPr algn="r">
              <a:defRPr sz="4800" cap="all" spc="400" baseline="0"/>
            </a:lvl1pPr>
          </a:lstStyle>
          <a:p>
            <a:r>
              <a:rPr lang="en-US"/>
              <a:t>Click to edit Master title style</a:t>
            </a:r>
            <a:endParaRPr lang="en-US" dirty="0"/>
          </a:p>
        </p:txBody>
      </p:sp>
      <p:sp>
        <p:nvSpPr>
          <p:cNvPr id="14" name="Content Placeholder 13"/>
          <p:cNvSpPr>
            <a:spLocks noGrp="1"/>
          </p:cNvSpPr>
          <p:nvPr>
            <p:ph sz="quarter" idx="13"/>
          </p:nvPr>
        </p:nvSpPr>
        <p:spPr>
          <a:xfrm>
            <a:off x="6400800" y="1216025"/>
            <a:ext cx="5184648" cy="4416425"/>
          </a:xfrm>
        </p:spPr>
        <p:txBody>
          <a:bodyPr anchor="ctr"/>
          <a:lstStyle>
            <a:lvl1pPr marL="0" indent="0">
              <a:lnSpc>
                <a:spcPct val="150000"/>
              </a:lnSpc>
              <a:spcBef>
                <a:spcPts val="1000"/>
              </a:spcBef>
              <a:buNone/>
              <a:defRPr sz="1600" spc="100" baseline="0"/>
            </a:lvl1pPr>
            <a:lvl2pPr marL="228600">
              <a:lnSpc>
                <a:spcPct val="150000"/>
              </a:lnSpc>
              <a:spcBef>
                <a:spcPts val="1000"/>
              </a:spcBef>
              <a:defRPr sz="1600" spc="100" baseline="0"/>
            </a:lvl2pPr>
            <a:lvl3pPr marL="457200">
              <a:lnSpc>
                <a:spcPct val="150000"/>
              </a:lnSpc>
              <a:spcBef>
                <a:spcPts val="1000"/>
              </a:spcBef>
              <a:defRPr sz="1600" spc="100" baseline="0"/>
            </a:lvl3pPr>
            <a:lvl4pPr marL="685800">
              <a:lnSpc>
                <a:spcPct val="150000"/>
              </a:lnSpc>
              <a:spcBef>
                <a:spcPts val="1000"/>
              </a:spcBef>
              <a:defRPr sz="1600" spc="100" baseline="0"/>
            </a:lvl4pPr>
            <a:lvl5pPr marL="914400">
              <a:lnSpc>
                <a:spcPct val="150000"/>
              </a:lnSpc>
              <a:spcBef>
                <a:spcPts val="1000"/>
              </a:spcBef>
              <a:defRPr sz="1600" spc="100" baseline="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3" name="Footer Placeholder 2"/>
          <p:cNvSpPr>
            <a:spLocks noGrp="1"/>
          </p:cNvSpPr>
          <p:nvPr>
            <p:ph type="ftr" sz="quarter" idx="11"/>
          </p:nvPr>
        </p:nvSpPr>
        <p:spPr>
          <a:xfrm>
            <a:off x="4038600" y="11575"/>
            <a:ext cx="4114800" cy="856526"/>
          </a:xfrm>
          <a:prstGeom prst="rect">
            <a:avLst/>
          </a:prstGeom>
        </p:spPr>
        <p:txBody>
          <a:bodyPr/>
          <a:lstStyle/>
          <a:p>
            <a:r>
              <a:rPr lang="en-US" dirty="0"/>
              <a:t>PRESENTATION TITLE</a:t>
            </a:r>
            <a:endParaRPr lang="en-US" dirty="0"/>
          </a:p>
        </p:txBody>
      </p:sp>
      <p:sp>
        <p:nvSpPr>
          <p:cNvPr id="4" name="Slide Number Placeholder 3"/>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fld>
            <a:endParaRPr lang="en-US" dirty="0"/>
          </a:p>
        </p:txBody>
      </p:sp>
      <p:cxnSp>
        <p:nvCxnSpPr>
          <p:cNvPr id="5" name="Straight Connector 4"/>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Title and Content 3">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7031909" y="0"/>
            <a:ext cx="5160091" cy="4041648"/>
          </a:xfrm>
          <a:prstGeom prst="rect">
            <a:avLst/>
          </a:prstGeom>
        </p:spPr>
      </p:pic>
      <p:pic>
        <p:nvPicPr>
          <p:cNvPr id="7" name="Picture 6"/>
          <p:cNvPicPr>
            <a:picLocks noChangeAspect="1"/>
          </p:cNvPicPr>
          <p:nvPr userDrawn="1"/>
        </p:nvPicPr>
        <p:blipFill>
          <a:blip r:embed="rId3"/>
          <a:stretch>
            <a:fillRect/>
          </a:stretch>
        </p:blipFill>
        <p:spPr>
          <a:xfrm>
            <a:off x="0" y="3127248"/>
            <a:ext cx="4162200" cy="3730752"/>
          </a:xfrm>
          <a:prstGeom prst="rect">
            <a:avLst/>
          </a:prstGeom>
        </p:spPr>
      </p:pic>
      <p:sp>
        <p:nvSpPr>
          <p:cNvPr id="2" name="Title 1"/>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4" name="Content Placeholder 3"/>
          <p:cNvSpPr>
            <a:spLocks noGrp="1"/>
          </p:cNvSpPr>
          <p:nvPr>
            <p:ph sz="half" idx="2"/>
          </p:nvPr>
        </p:nvSpPr>
        <p:spPr>
          <a:xfrm>
            <a:off x="612647" y="2441448"/>
            <a:ext cx="10972800" cy="3044952"/>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8" name="Footer Placeholder 7"/>
          <p:cNvSpPr>
            <a:spLocks noGrp="1"/>
          </p:cNvSpPr>
          <p:nvPr>
            <p:ph type="ftr" sz="quarter" idx="11"/>
          </p:nvPr>
        </p:nvSpPr>
        <p:spPr>
          <a:xfrm>
            <a:off x="4038600" y="11575"/>
            <a:ext cx="4114800" cy="856526"/>
          </a:xfrm>
          <a:prstGeom prst="rect">
            <a:avLst/>
          </a:prstGeom>
        </p:spPr>
        <p:txBody>
          <a:bodyPr/>
          <a:lstStyle/>
          <a:p>
            <a:r>
              <a:rPr lang="en-US" dirty="0"/>
              <a:t>PRESENTATION TITLE</a:t>
            </a:r>
            <a:endParaRPr lang="en-US" dirty="0"/>
          </a:p>
        </p:txBody>
      </p:sp>
      <p:sp>
        <p:nvSpPr>
          <p:cNvPr id="9" name="Slide Number Placeholder 8"/>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fld>
            <a:endParaRPr lang="en-US" dirty="0"/>
          </a:p>
        </p:txBody>
      </p:sp>
      <p:cxnSp>
        <p:nvCxnSpPr>
          <p:cNvPr id="10" name="Straight Connector 9"/>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userDrawn="1">
  <p:cSld name="Quot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0" y="0"/>
            <a:ext cx="4196903" cy="3611880"/>
          </a:xfrm>
          <a:prstGeom prst="rect">
            <a:avLst/>
          </a:prstGeom>
        </p:spPr>
      </p:pic>
      <p:pic>
        <p:nvPicPr>
          <p:cNvPr id="3" name="Picture 2"/>
          <p:cNvPicPr>
            <a:picLocks noChangeAspect="1"/>
          </p:cNvPicPr>
          <p:nvPr userDrawn="1"/>
        </p:nvPicPr>
        <p:blipFill>
          <a:blip r:embed="rId3"/>
          <a:stretch>
            <a:fillRect/>
          </a:stretch>
        </p:blipFill>
        <p:spPr>
          <a:xfrm>
            <a:off x="6202680" y="4079057"/>
            <a:ext cx="5989320" cy="2778943"/>
          </a:xfrm>
          <a:prstGeom prst="rect">
            <a:avLst/>
          </a:prstGeom>
        </p:spPr>
      </p:pic>
      <p:sp>
        <p:nvSpPr>
          <p:cNvPr id="12" name="Title 11"/>
          <p:cNvSpPr>
            <a:spLocks noGrp="1"/>
          </p:cNvSpPr>
          <p:nvPr>
            <p:ph type="title"/>
          </p:nvPr>
        </p:nvSpPr>
        <p:spPr>
          <a:xfrm>
            <a:off x="3063240" y="2651760"/>
            <a:ext cx="6309360" cy="1580714"/>
          </a:xfrm>
        </p:spPr>
        <p:txBody>
          <a:bodyPr lIns="91440" rIns="91440" anchor="t"/>
          <a:lstStyle>
            <a:lvl1pPr algn="l">
              <a:lnSpc>
                <a:spcPct val="100000"/>
              </a:lnSpc>
              <a:defRPr sz="2800" cap="none" spc="200" baseline="0"/>
            </a:lvl1pPr>
          </a:lstStyle>
          <a:p>
            <a:r>
              <a:rPr lang="en-US"/>
              <a:t>Click to edit Master title style</a:t>
            </a:r>
            <a:endParaRPr lang="en-US" dirty="0"/>
          </a:p>
        </p:txBody>
      </p:sp>
      <p:sp>
        <p:nvSpPr>
          <p:cNvPr id="16" name="Text Placeholder 15"/>
          <p:cNvSpPr>
            <a:spLocks noGrp="1"/>
          </p:cNvSpPr>
          <p:nvPr>
            <p:ph type="body" sz="quarter" idx="13"/>
          </p:nvPr>
        </p:nvSpPr>
        <p:spPr>
          <a:xfrm>
            <a:off x="3063240" y="4232475"/>
            <a:ext cx="5775960" cy="333945"/>
          </a:xfrm>
        </p:spPr>
        <p:txBody>
          <a:bodyPr/>
          <a:lstStyle>
            <a:lvl1pPr marL="0" indent="0">
              <a:buNone/>
              <a:defRPr sz="1800" spc="200" baseline="0"/>
            </a:lvl1pPr>
          </a:lstStyle>
          <a:p>
            <a:pPr lvl="0"/>
            <a:r>
              <a:rPr lang="en-US"/>
              <a:t>Click to edit Master text styles</a:t>
            </a:r>
            <a:endParaRPr lang="en-US"/>
          </a:p>
        </p:txBody>
      </p:sp>
      <p:sp>
        <p:nvSpPr>
          <p:cNvPr id="17" name="Text Placeholder 13"/>
          <p:cNvSpPr>
            <a:spLocks noGrp="1"/>
          </p:cNvSpPr>
          <p:nvPr>
            <p:ph type="body" sz="quarter" idx="15" hasCustomPrompt="1"/>
          </p:nvPr>
        </p:nvSpPr>
        <p:spPr>
          <a:xfrm>
            <a:off x="9737922" y="3591339"/>
            <a:ext cx="1171575" cy="2387600"/>
          </a:xfrm>
        </p:spPr>
        <p:txBody>
          <a:bodyPr vert="horz" lIns="91440" tIns="45720" rIns="91440" bIns="45720" rtlCol="0" anchor="t">
            <a:noAutofit/>
          </a:bodyPr>
          <a:lstStyle>
            <a:lvl1pPr marL="0" indent="0">
              <a:buNone/>
              <a:defRPr lang="en-US" sz="17000" b="1" cap="all" spc="300" dirty="0">
                <a:ln w="28575">
                  <a:solidFill>
                    <a:schemeClr val="tx1"/>
                  </a:solidFill>
                </a:ln>
                <a:noFill/>
                <a:latin typeface="+mj-lt"/>
                <a:ea typeface="+mj-ea"/>
              </a:defRPr>
            </a:lvl1pPr>
          </a:lstStyle>
          <a:p>
            <a:pPr marL="914400" lvl="0" indent="-1143000">
              <a:spcBef>
                <a:spcPct val="0"/>
              </a:spcBef>
            </a:pPr>
            <a:r>
              <a:rPr lang="en-US" dirty="0"/>
              <a:t>”</a:t>
            </a:r>
            <a:endParaRPr lang="en-US" dirty="0"/>
          </a:p>
        </p:txBody>
      </p:sp>
      <p:sp>
        <p:nvSpPr>
          <p:cNvPr id="18" name="Text Placeholder 13"/>
          <p:cNvSpPr>
            <a:spLocks noGrp="1"/>
          </p:cNvSpPr>
          <p:nvPr>
            <p:ph type="body" sz="quarter" idx="14" hasCustomPrompt="1"/>
          </p:nvPr>
        </p:nvSpPr>
        <p:spPr>
          <a:xfrm>
            <a:off x="1209261" y="1982216"/>
            <a:ext cx="1171575" cy="2386584"/>
          </a:xfrm>
        </p:spPr>
        <p:txBody>
          <a:bodyPr vert="horz" lIns="91440" tIns="45720" rIns="91440" bIns="45720" rtlCol="0" anchor="t">
            <a:noAutofit/>
          </a:bodyPr>
          <a:lstStyle>
            <a:lvl1pPr marL="0" indent="0">
              <a:buNone/>
              <a:defRPr lang="en-US" sz="17000" b="1" cap="all" spc="300" dirty="0">
                <a:ln w="28575">
                  <a:solidFill>
                    <a:schemeClr val="tx1"/>
                  </a:solidFill>
                </a:ln>
                <a:noFill/>
                <a:latin typeface="+mj-lt"/>
                <a:ea typeface="+mj-ea"/>
              </a:defRPr>
            </a:lvl1pPr>
          </a:lstStyle>
          <a:p>
            <a:pPr marL="914400" lvl="0" indent="-1143000">
              <a:spcBef>
                <a:spcPct val="0"/>
              </a:spcBef>
            </a:pPr>
            <a:r>
              <a:rPr lang="en-US" dirty="0"/>
              <a:t>“</a:t>
            </a:r>
            <a:endParaRPr 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Team x4">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stretch>
            <a:fillRect/>
          </a:stretch>
        </p:blipFill>
        <p:spPr>
          <a:xfrm>
            <a:off x="0" y="1764792"/>
            <a:ext cx="5359935" cy="5093208"/>
          </a:xfrm>
          <a:prstGeom prst="rect">
            <a:avLst/>
          </a:prstGeom>
        </p:spPr>
      </p:pic>
      <p:pic>
        <p:nvPicPr>
          <p:cNvPr id="23" name="Picture 22"/>
          <p:cNvPicPr>
            <a:picLocks noChangeAspect="1"/>
          </p:cNvPicPr>
          <p:nvPr userDrawn="1"/>
        </p:nvPicPr>
        <p:blipFill>
          <a:blip r:embed="rId3"/>
          <a:stretch>
            <a:fillRect/>
          </a:stretch>
        </p:blipFill>
        <p:spPr>
          <a:xfrm>
            <a:off x="9262085" y="0"/>
            <a:ext cx="2929915" cy="2752344"/>
          </a:xfrm>
          <a:prstGeom prst="rect">
            <a:avLst/>
          </a:prstGeom>
        </p:spPr>
      </p:pic>
      <p:sp>
        <p:nvSpPr>
          <p:cNvPr id="25" name="Title 1"/>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6" name="Picture Placeholder 23"/>
          <p:cNvSpPr>
            <a:spLocks noGrp="1"/>
          </p:cNvSpPr>
          <p:nvPr>
            <p:ph type="pic" sz="quarter" idx="13"/>
          </p:nvPr>
        </p:nvSpPr>
        <p:spPr>
          <a:xfrm>
            <a:off x="960120" y="2450592"/>
            <a:ext cx="2057400" cy="2057400"/>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0" name="Text Placeholder 28"/>
          <p:cNvSpPr>
            <a:spLocks noGrp="1"/>
          </p:cNvSpPr>
          <p:nvPr>
            <p:ph type="body" sz="quarter" idx="17" hasCustomPrompt="1"/>
          </p:nvPr>
        </p:nvSpPr>
        <p:spPr>
          <a:xfrm>
            <a:off x="858956" y="4611550"/>
            <a:ext cx="2286000" cy="274320"/>
          </a:xfrm>
        </p:spPr>
        <p:txBody>
          <a:bodyPr lIns="0" tIns="0" rIns="0" bIns="0" anchor="ctr">
            <a:noAutofit/>
          </a:bodyPr>
          <a:lstStyle>
            <a:lvl1pPr marL="0" indent="0" algn="ctr">
              <a:lnSpc>
                <a:spcPct val="100000"/>
              </a:lnSpc>
              <a:spcBef>
                <a:spcPts val="0"/>
              </a:spcBef>
              <a:buNone/>
              <a:defRPr sz="1400" b="1" cap="all" spc="200" baseline="0">
                <a:solidFill>
                  <a:schemeClr val="tx1"/>
                </a:solidFill>
                <a:latin typeface="+mj-lt"/>
              </a:defRPr>
            </a:lvl1pPr>
          </a:lstStyle>
          <a:p>
            <a:pPr lvl="0"/>
            <a:r>
              <a:rPr lang="en-US" dirty="0"/>
              <a:t>Name</a:t>
            </a:r>
            <a:endParaRPr lang="en-US" dirty="0"/>
          </a:p>
        </p:txBody>
      </p:sp>
      <p:sp>
        <p:nvSpPr>
          <p:cNvPr id="11" name="Text Placeholder 28"/>
          <p:cNvSpPr>
            <a:spLocks noGrp="1"/>
          </p:cNvSpPr>
          <p:nvPr>
            <p:ph type="body" sz="quarter" idx="18" hasCustomPrompt="1"/>
          </p:nvPr>
        </p:nvSpPr>
        <p:spPr>
          <a:xfrm>
            <a:off x="858956" y="4865225"/>
            <a:ext cx="2286000" cy="182880"/>
          </a:xfrm>
        </p:spPr>
        <p:txBody>
          <a:bodyPr lIns="0" tIns="0" rIns="0" bIns="0">
            <a:noAutofit/>
          </a:bodyPr>
          <a:lstStyle>
            <a:lvl1pPr marL="0" indent="0" algn="ctr">
              <a:lnSpc>
                <a:spcPct val="100000"/>
              </a:lnSpc>
              <a:spcBef>
                <a:spcPts val="0"/>
              </a:spcBef>
              <a:buNone/>
              <a:defRPr sz="1200" b="0" spc="200" baseline="0">
                <a:solidFill>
                  <a:schemeClr val="tx1"/>
                </a:solidFill>
              </a:defRPr>
            </a:lvl1pPr>
          </a:lstStyle>
          <a:p>
            <a:pPr lvl="0"/>
            <a:r>
              <a:rPr lang="en-US" dirty="0"/>
              <a:t>Title</a:t>
            </a:r>
            <a:endParaRPr lang="en-US" dirty="0"/>
          </a:p>
        </p:txBody>
      </p:sp>
      <p:sp>
        <p:nvSpPr>
          <p:cNvPr id="7" name="Picture Placeholder 23"/>
          <p:cNvSpPr>
            <a:spLocks noGrp="1"/>
          </p:cNvSpPr>
          <p:nvPr>
            <p:ph type="pic" sz="quarter" idx="14"/>
          </p:nvPr>
        </p:nvSpPr>
        <p:spPr>
          <a:xfrm>
            <a:off x="3730752" y="2450592"/>
            <a:ext cx="2057400" cy="2057400"/>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2" name="Text Placeholder 28"/>
          <p:cNvSpPr>
            <a:spLocks noGrp="1"/>
          </p:cNvSpPr>
          <p:nvPr>
            <p:ph type="body" sz="quarter" idx="19" hasCustomPrompt="1"/>
          </p:nvPr>
        </p:nvSpPr>
        <p:spPr>
          <a:xfrm>
            <a:off x="3629588" y="4611550"/>
            <a:ext cx="2286000" cy="274320"/>
          </a:xfrm>
        </p:spPr>
        <p:txBody>
          <a:bodyPr lIns="0" tIns="0" rIns="0" bIns="0" anchor="ctr">
            <a:noAutofit/>
          </a:bodyPr>
          <a:lstStyle>
            <a:lvl1pPr marL="0" indent="0" algn="ctr">
              <a:lnSpc>
                <a:spcPct val="100000"/>
              </a:lnSpc>
              <a:spcBef>
                <a:spcPts val="0"/>
              </a:spcBef>
              <a:buNone/>
              <a:defRPr sz="1400" b="1" cap="all" spc="200" baseline="0">
                <a:solidFill>
                  <a:schemeClr val="tx1"/>
                </a:solidFill>
                <a:latin typeface="+mj-lt"/>
              </a:defRPr>
            </a:lvl1pPr>
          </a:lstStyle>
          <a:p>
            <a:pPr lvl="0"/>
            <a:r>
              <a:rPr lang="en-US" dirty="0"/>
              <a:t>Name</a:t>
            </a:r>
            <a:endParaRPr lang="en-US" dirty="0"/>
          </a:p>
        </p:txBody>
      </p:sp>
      <p:sp>
        <p:nvSpPr>
          <p:cNvPr id="13" name="Text Placeholder 28"/>
          <p:cNvSpPr>
            <a:spLocks noGrp="1"/>
          </p:cNvSpPr>
          <p:nvPr>
            <p:ph type="body" sz="quarter" idx="20" hasCustomPrompt="1"/>
          </p:nvPr>
        </p:nvSpPr>
        <p:spPr>
          <a:xfrm>
            <a:off x="3629588" y="4865225"/>
            <a:ext cx="2286000" cy="182880"/>
          </a:xfrm>
        </p:spPr>
        <p:txBody>
          <a:bodyPr lIns="0" tIns="0" rIns="0" bIns="0">
            <a:noAutofit/>
          </a:bodyPr>
          <a:lstStyle>
            <a:lvl1pPr marL="0" indent="0" algn="ctr">
              <a:lnSpc>
                <a:spcPct val="100000"/>
              </a:lnSpc>
              <a:spcBef>
                <a:spcPts val="0"/>
              </a:spcBef>
              <a:buNone/>
              <a:defRPr sz="1200" b="0" spc="200" baseline="0">
                <a:solidFill>
                  <a:schemeClr val="tx1"/>
                </a:solidFill>
              </a:defRPr>
            </a:lvl1pPr>
          </a:lstStyle>
          <a:p>
            <a:pPr lvl="0"/>
            <a:r>
              <a:rPr lang="en-US" dirty="0"/>
              <a:t>Title</a:t>
            </a:r>
            <a:endParaRPr lang="en-US" dirty="0"/>
          </a:p>
        </p:txBody>
      </p:sp>
      <p:sp>
        <p:nvSpPr>
          <p:cNvPr id="8" name="Picture Placeholder 23"/>
          <p:cNvSpPr>
            <a:spLocks noGrp="1"/>
          </p:cNvSpPr>
          <p:nvPr>
            <p:ph type="pic" sz="quarter" idx="15"/>
          </p:nvPr>
        </p:nvSpPr>
        <p:spPr>
          <a:xfrm>
            <a:off x="6464808" y="2450592"/>
            <a:ext cx="2057400" cy="2057400"/>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4" name="Text Placeholder 28"/>
          <p:cNvSpPr>
            <a:spLocks noGrp="1"/>
          </p:cNvSpPr>
          <p:nvPr>
            <p:ph type="body" sz="quarter" idx="21" hasCustomPrompt="1"/>
          </p:nvPr>
        </p:nvSpPr>
        <p:spPr>
          <a:xfrm>
            <a:off x="6363644" y="4611550"/>
            <a:ext cx="2286000" cy="274320"/>
          </a:xfrm>
        </p:spPr>
        <p:txBody>
          <a:bodyPr lIns="0" tIns="0" rIns="0" bIns="0" anchor="ctr">
            <a:noAutofit/>
          </a:bodyPr>
          <a:lstStyle>
            <a:lvl1pPr marL="0" indent="0" algn="ctr">
              <a:lnSpc>
                <a:spcPct val="100000"/>
              </a:lnSpc>
              <a:spcBef>
                <a:spcPts val="0"/>
              </a:spcBef>
              <a:buNone/>
              <a:defRPr sz="1400" b="1" cap="all" spc="200" baseline="0">
                <a:solidFill>
                  <a:schemeClr val="tx1"/>
                </a:solidFill>
                <a:latin typeface="+mj-lt"/>
              </a:defRPr>
            </a:lvl1pPr>
          </a:lstStyle>
          <a:p>
            <a:pPr lvl="0"/>
            <a:r>
              <a:rPr lang="en-US" dirty="0"/>
              <a:t>Name</a:t>
            </a:r>
            <a:endParaRPr lang="en-US" dirty="0"/>
          </a:p>
        </p:txBody>
      </p:sp>
      <p:sp>
        <p:nvSpPr>
          <p:cNvPr id="15" name="Text Placeholder 28"/>
          <p:cNvSpPr>
            <a:spLocks noGrp="1"/>
          </p:cNvSpPr>
          <p:nvPr>
            <p:ph type="body" sz="quarter" idx="22" hasCustomPrompt="1"/>
          </p:nvPr>
        </p:nvSpPr>
        <p:spPr>
          <a:xfrm>
            <a:off x="6363644" y="4865225"/>
            <a:ext cx="2286000" cy="182880"/>
          </a:xfrm>
        </p:spPr>
        <p:txBody>
          <a:bodyPr lIns="0" tIns="0" rIns="0" bIns="0">
            <a:noAutofit/>
          </a:bodyPr>
          <a:lstStyle>
            <a:lvl1pPr marL="0" indent="0" algn="ctr">
              <a:lnSpc>
                <a:spcPct val="100000"/>
              </a:lnSpc>
              <a:spcBef>
                <a:spcPts val="0"/>
              </a:spcBef>
              <a:buNone/>
              <a:defRPr sz="1200" b="0" spc="200" baseline="0">
                <a:solidFill>
                  <a:schemeClr val="tx1"/>
                </a:solidFill>
              </a:defRPr>
            </a:lvl1pPr>
          </a:lstStyle>
          <a:p>
            <a:pPr lvl="0"/>
            <a:r>
              <a:rPr lang="en-US" dirty="0"/>
              <a:t>Title</a:t>
            </a:r>
            <a:endParaRPr lang="en-US" dirty="0"/>
          </a:p>
        </p:txBody>
      </p:sp>
      <p:sp>
        <p:nvSpPr>
          <p:cNvPr id="9" name="Picture Placeholder 23"/>
          <p:cNvSpPr>
            <a:spLocks noGrp="1"/>
          </p:cNvSpPr>
          <p:nvPr>
            <p:ph type="pic" sz="quarter" idx="16"/>
          </p:nvPr>
        </p:nvSpPr>
        <p:spPr>
          <a:xfrm>
            <a:off x="9198864" y="2450592"/>
            <a:ext cx="2057400" cy="2057400"/>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6" name="Text Placeholder 28"/>
          <p:cNvSpPr>
            <a:spLocks noGrp="1"/>
          </p:cNvSpPr>
          <p:nvPr>
            <p:ph type="body" sz="quarter" idx="23" hasCustomPrompt="1"/>
          </p:nvPr>
        </p:nvSpPr>
        <p:spPr>
          <a:xfrm>
            <a:off x="9097700" y="4611550"/>
            <a:ext cx="2286000" cy="274320"/>
          </a:xfrm>
        </p:spPr>
        <p:txBody>
          <a:bodyPr lIns="0" tIns="0" rIns="0" bIns="0" anchor="ctr">
            <a:noAutofit/>
          </a:bodyPr>
          <a:lstStyle>
            <a:lvl1pPr marL="0" indent="0" algn="ctr">
              <a:lnSpc>
                <a:spcPct val="100000"/>
              </a:lnSpc>
              <a:spcBef>
                <a:spcPts val="0"/>
              </a:spcBef>
              <a:buNone/>
              <a:defRPr sz="1400" b="1" cap="all" spc="200" baseline="0">
                <a:solidFill>
                  <a:schemeClr val="tx1"/>
                </a:solidFill>
                <a:latin typeface="+mj-lt"/>
              </a:defRPr>
            </a:lvl1pPr>
          </a:lstStyle>
          <a:p>
            <a:pPr lvl="0"/>
            <a:r>
              <a:rPr lang="en-US" dirty="0"/>
              <a:t>Name</a:t>
            </a:r>
            <a:endParaRPr lang="en-US" dirty="0"/>
          </a:p>
        </p:txBody>
      </p:sp>
      <p:sp>
        <p:nvSpPr>
          <p:cNvPr id="17" name="Text Placeholder 28"/>
          <p:cNvSpPr>
            <a:spLocks noGrp="1"/>
          </p:cNvSpPr>
          <p:nvPr>
            <p:ph type="body" sz="quarter" idx="24" hasCustomPrompt="1"/>
          </p:nvPr>
        </p:nvSpPr>
        <p:spPr>
          <a:xfrm>
            <a:off x="9097700" y="4865225"/>
            <a:ext cx="2286000" cy="182880"/>
          </a:xfrm>
        </p:spPr>
        <p:txBody>
          <a:bodyPr lIns="0" tIns="0" rIns="0" bIns="0">
            <a:noAutofit/>
          </a:bodyPr>
          <a:lstStyle>
            <a:lvl1pPr marL="0" indent="0" algn="ctr">
              <a:lnSpc>
                <a:spcPct val="100000"/>
              </a:lnSpc>
              <a:spcBef>
                <a:spcPts val="0"/>
              </a:spcBef>
              <a:buNone/>
              <a:defRPr sz="1200" b="0" spc="200" baseline="0">
                <a:solidFill>
                  <a:schemeClr val="tx1"/>
                </a:solidFill>
              </a:defRPr>
            </a:lvl1pPr>
          </a:lstStyle>
          <a:p>
            <a:pPr lvl="0"/>
            <a:r>
              <a:rPr lang="en-US" dirty="0"/>
              <a:t>Title</a:t>
            </a:r>
            <a:endParaRPr lang="en-US" dirty="0"/>
          </a:p>
        </p:txBody>
      </p:sp>
      <p:sp>
        <p:nvSpPr>
          <p:cNvPr id="4" name="Footer Placeholder 3"/>
          <p:cNvSpPr>
            <a:spLocks noGrp="1"/>
          </p:cNvSpPr>
          <p:nvPr>
            <p:ph type="ftr" sz="quarter" idx="11"/>
          </p:nvPr>
        </p:nvSpPr>
        <p:spPr>
          <a:xfrm>
            <a:off x="4038600" y="11575"/>
            <a:ext cx="4114800" cy="856526"/>
          </a:xfrm>
          <a:prstGeom prst="rect">
            <a:avLst/>
          </a:prstGeom>
        </p:spPr>
        <p:txBody>
          <a:bodyPr/>
          <a:lstStyle/>
          <a:p>
            <a:r>
              <a:rPr lang="en-US" dirty="0"/>
              <a:t>PRESENTATION TITLE</a:t>
            </a:r>
            <a:endParaRPr lang="en-US" dirty="0"/>
          </a:p>
        </p:txBody>
      </p:sp>
      <p:sp>
        <p:nvSpPr>
          <p:cNvPr id="5" name="Slide Number Placeholder 4"/>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fld>
            <a:endParaRPr lang="en-US" dirty="0"/>
          </a:p>
        </p:txBody>
      </p:sp>
      <p:cxnSp>
        <p:nvCxnSpPr>
          <p:cNvPr id="18" name="Straight Connector 17"/>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 name="Straight Connector 18"/>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Team x8">
    <p:spTree>
      <p:nvGrpSpPr>
        <p:cNvPr id="1" name=""/>
        <p:cNvGrpSpPr/>
        <p:nvPr/>
      </p:nvGrpSpPr>
      <p:grpSpPr>
        <a:xfrm>
          <a:off x="0" y="0"/>
          <a:ext cx="0" cy="0"/>
          <a:chOff x="0" y="0"/>
          <a:chExt cx="0" cy="0"/>
        </a:xfrm>
      </p:grpSpPr>
      <p:pic>
        <p:nvPicPr>
          <p:cNvPr id="20" name="Picture 19"/>
          <p:cNvPicPr>
            <a:picLocks noChangeAspect="1"/>
          </p:cNvPicPr>
          <p:nvPr userDrawn="1"/>
        </p:nvPicPr>
        <p:blipFill>
          <a:blip r:embed="rId2"/>
          <a:stretch>
            <a:fillRect/>
          </a:stretch>
        </p:blipFill>
        <p:spPr>
          <a:xfrm>
            <a:off x="0" y="1766265"/>
            <a:ext cx="5358384" cy="5091735"/>
          </a:xfrm>
          <a:prstGeom prst="rect">
            <a:avLst/>
          </a:prstGeom>
        </p:spPr>
      </p:pic>
      <p:sp>
        <p:nvSpPr>
          <p:cNvPr id="25" name="Title 1"/>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10" name="Text Placeholder 28"/>
          <p:cNvSpPr>
            <a:spLocks noGrp="1"/>
          </p:cNvSpPr>
          <p:nvPr>
            <p:ph type="body" sz="quarter" idx="17" hasCustomPrompt="1"/>
          </p:nvPr>
        </p:nvSpPr>
        <p:spPr>
          <a:xfrm>
            <a:off x="457200" y="2670048"/>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endParaRPr lang="en-US" dirty="0"/>
          </a:p>
        </p:txBody>
      </p:sp>
      <p:sp>
        <p:nvSpPr>
          <p:cNvPr id="11" name="Text Placeholder 28"/>
          <p:cNvSpPr>
            <a:spLocks noGrp="1"/>
          </p:cNvSpPr>
          <p:nvPr>
            <p:ph type="body" sz="quarter" idx="18" hasCustomPrompt="1"/>
          </p:nvPr>
        </p:nvSpPr>
        <p:spPr>
          <a:xfrm>
            <a:off x="457200" y="3094300"/>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endParaRPr lang="en-US" dirty="0"/>
          </a:p>
        </p:txBody>
      </p:sp>
      <p:sp>
        <p:nvSpPr>
          <p:cNvPr id="28" name="Text Placeholder 28"/>
          <p:cNvSpPr>
            <a:spLocks noGrp="1"/>
          </p:cNvSpPr>
          <p:nvPr>
            <p:ph type="body" sz="quarter" idx="29" hasCustomPrompt="1"/>
          </p:nvPr>
        </p:nvSpPr>
        <p:spPr>
          <a:xfrm>
            <a:off x="457200" y="4479943"/>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endParaRPr lang="en-US" dirty="0"/>
          </a:p>
        </p:txBody>
      </p:sp>
      <p:sp>
        <p:nvSpPr>
          <p:cNvPr id="29" name="Text Placeholder 28"/>
          <p:cNvSpPr>
            <a:spLocks noGrp="1"/>
          </p:cNvSpPr>
          <p:nvPr>
            <p:ph type="body" sz="quarter" idx="30" hasCustomPrompt="1"/>
          </p:nvPr>
        </p:nvSpPr>
        <p:spPr>
          <a:xfrm>
            <a:off x="457200" y="4904195"/>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endParaRPr lang="en-US" dirty="0"/>
          </a:p>
        </p:txBody>
      </p:sp>
      <p:sp>
        <p:nvSpPr>
          <p:cNvPr id="6" name="Picture Placeholder 23"/>
          <p:cNvSpPr>
            <a:spLocks noGrp="1" noChangeAspect="1"/>
          </p:cNvSpPr>
          <p:nvPr>
            <p:ph type="pic" sz="quarter" idx="13"/>
          </p:nvPr>
        </p:nvSpPr>
        <p:spPr>
          <a:xfrm>
            <a:off x="1993392" y="2450592"/>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21" name="Picture Placeholder 23"/>
          <p:cNvSpPr>
            <a:spLocks noGrp="1" noChangeAspect="1"/>
          </p:cNvSpPr>
          <p:nvPr>
            <p:ph type="pic" sz="quarter" idx="25"/>
          </p:nvPr>
        </p:nvSpPr>
        <p:spPr>
          <a:xfrm>
            <a:off x="1993392" y="4260487"/>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2" name="Text Placeholder 28"/>
          <p:cNvSpPr>
            <a:spLocks noGrp="1"/>
          </p:cNvSpPr>
          <p:nvPr>
            <p:ph type="body" sz="quarter" idx="19" hasCustomPrompt="1"/>
          </p:nvPr>
        </p:nvSpPr>
        <p:spPr>
          <a:xfrm>
            <a:off x="3218688" y="2670048"/>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endParaRPr lang="en-US" dirty="0"/>
          </a:p>
        </p:txBody>
      </p:sp>
      <p:sp>
        <p:nvSpPr>
          <p:cNvPr id="13" name="Text Placeholder 28"/>
          <p:cNvSpPr>
            <a:spLocks noGrp="1"/>
          </p:cNvSpPr>
          <p:nvPr>
            <p:ph type="body" sz="quarter" idx="20" hasCustomPrompt="1"/>
          </p:nvPr>
        </p:nvSpPr>
        <p:spPr>
          <a:xfrm>
            <a:off x="3218688" y="3094300"/>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endParaRPr lang="en-US" dirty="0"/>
          </a:p>
        </p:txBody>
      </p:sp>
      <p:sp>
        <p:nvSpPr>
          <p:cNvPr id="30" name="Text Placeholder 28"/>
          <p:cNvSpPr>
            <a:spLocks noGrp="1"/>
          </p:cNvSpPr>
          <p:nvPr>
            <p:ph type="body" sz="quarter" idx="31" hasCustomPrompt="1"/>
          </p:nvPr>
        </p:nvSpPr>
        <p:spPr>
          <a:xfrm>
            <a:off x="3218688" y="4479943"/>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endParaRPr lang="en-US" dirty="0"/>
          </a:p>
        </p:txBody>
      </p:sp>
      <p:sp>
        <p:nvSpPr>
          <p:cNvPr id="31" name="Text Placeholder 28"/>
          <p:cNvSpPr>
            <a:spLocks noGrp="1"/>
          </p:cNvSpPr>
          <p:nvPr>
            <p:ph type="body" sz="quarter" idx="32" hasCustomPrompt="1"/>
          </p:nvPr>
        </p:nvSpPr>
        <p:spPr>
          <a:xfrm>
            <a:off x="3218688" y="4904195"/>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endParaRPr lang="en-US" dirty="0"/>
          </a:p>
        </p:txBody>
      </p:sp>
      <p:sp>
        <p:nvSpPr>
          <p:cNvPr id="7" name="Picture Placeholder 23"/>
          <p:cNvSpPr>
            <a:spLocks noGrp="1" noChangeAspect="1"/>
          </p:cNvSpPr>
          <p:nvPr>
            <p:ph type="pic" sz="quarter" idx="14"/>
          </p:nvPr>
        </p:nvSpPr>
        <p:spPr>
          <a:xfrm>
            <a:off x="4745736" y="2450592"/>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23" name="Picture Placeholder 23"/>
          <p:cNvSpPr>
            <a:spLocks noGrp="1" noChangeAspect="1"/>
          </p:cNvSpPr>
          <p:nvPr>
            <p:ph type="pic" sz="quarter" idx="26"/>
          </p:nvPr>
        </p:nvSpPr>
        <p:spPr>
          <a:xfrm>
            <a:off x="4745736" y="4260487"/>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4" name="Text Placeholder 28"/>
          <p:cNvSpPr>
            <a:spLocks noGrp="1"/>
          </p:cNvSpPr>
          <p:nvPr>
            <p:ph type="body" sz="quarter" idx="21" hasCustomPrompt="1"/>
          </p:nvPr>
        </p:nvSpPr>
        <p:spPr>
          <a:xfrm>
            <a:off x="5966787" y="2670048"/>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endParaRPr lang="en-US" dirty="0"/>
          </a:p>
        </p:txBody>
      </p:sp>
      <p:sp>
        <p:nvSpPr>
          <p:cNvPr id="15" name="Text Placeholder 28"/>
          <p:cNvSpPr>
            <a:spLocks noGrp="1"/>
          </p:cNvSpPr>
          <p:nvPr>
            <p:ph type="body" sz="quarter" idx="22" hasCustomPrompt="1"/>
          </p:nvPr>
        </p:nvSpPr>
        <p:spPr>
          <a:xfrm>
            <a:off x="5966787" y="3094300"/>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endParaRPr lang="en-US" dirty="0"/>
          </a:p>
        </p:txBody>
      </p:sp>
      <p:sp>
        <p:nvSpPr>
          <p:cNvPr id="32" name="Text Placeholder 28"/>
          <p:cNvSpPr>
            <a:spLocks noGrp="1"/>
          </p:cNvSpPr>
          <p:nvPr>
            <p:ph type="body" sz="quarter" idx="33" hasCustomPrompt="1"/>
          </p:nvPr>
        </p:nvSpPr>
        <p:spPr>
          <a:xfrm>
            <a:off x="5966787" y="4479943"/>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endParaRPr lang="en-US" dirty="0"/>
          </a:p>
        </p:txBody>
      </p:sp>
      <p:sp>
        <p:nvSpPr>
          <p:cNvPr id="33" name="Text Placeholder 28"/>
          <p:cNvSpPr>
            <a:spLocks noGrp="1"/>
          </p:cNvSpPr>
          <p:nvPr>
            <p:ph type="body" sz="quarter" idx="34" hasCustomPrompt="1"/>
          </p:nvPr>
        </p:nvSpPr>
        <p:spPr>
          <a:xfrm>
            <a:off x="5966787" y="4904195"/>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endParaRPr lang="en-US" dirty="0"/>
          </a:p>
        </p:txBody>
      </p:sp>
      <p:sp>
        <p:nvSpPr>
          <p:cNvPr id="8" name="Picture Placeholder 23"/>
          <p:cNvSpPr>
            <a:spLocks noGrp="1" noChangeAspect="1"/>
          </p:cNvSpPr>
          <p:nvPr>
            <p:ph type="pic" sz="quarter" idx="15"/>
          </p:nvPr>
        </p:nvSpPr>
        <p:spPr>
          <a:xfrm>
            <a:off x="7498080" y="2450592"/>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26" name="Picture Placeholder 23"/>
          <p:cNvSpPr>
            <a:spLocks noGrp="1" noChangeAspect="1"/>
          </p:cNvSpPr>
          <p:nvPr>
            <p:ph type="pic" sz="quarter" idx="27"/>
          </p:nvPr>
        </p:nvSpPr>
        <p:spPr>
          <a:xfrm>
            <a:off x="7498080" y="4260487"/>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6" name="Text Placeholder 28"/>
          <p:cNvSpPr>
            <a:spLocks noGrp="1"/>
          </p:cNvSpPr>
          <p:nvPr>
            <p:ph type="body" sz="quarter" idx="23" hasCustomPrompt="1"/>
          </p:nvPr>
        </p:nvSpPr>
        <p:spPr>
          <a:xfrm>
            <a:off x="8732520" y="2670048"/>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endParaRPr lang="en-US" dirty="0"/>
          </a:p>
        </p:txBody>
      </p:sp>
      <p:sp>
        <p:nvSpPr>
          <p:cNvPr id="17" name="Text Placeholder 28"/>
          <p:cNvSpPr>
            <a:spLocks noGrp="1"/>
          </p:cNvSpPr>
          <p:nvPr>
            <p:ph type="body" sz="quarter" idx="24" hasCustomPrompt="1"/>
          </p:nvPr>
        </p:nvSpPr>
        <p:spPr>
          <a:xfrm>
            <a:off x="8732520" y="3094300"/>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endParaRPr lang="en-US" dirty="0"/>
          </a:p>
        </p:txBody>
      </p:sp>
      <p:sp>
        <p:nvSpPr>
          <p:cNvPr id="34" name="Text Placeholder 28"/>
          <p:cNvSpPr>
            <a:spLocks noGrp="1"/>
          </p:cNvSpPr>
          <p:nvPr>
            <p:ph type="body" sz="quarter" idx="35" hasCustomPrompt="1"/>
          </p:nvPr>
        </p:nvSpPr>
        <p:spPr>
          <a:xfrm>
            <a:off x="8732520" y="4479943"/>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endParaRPr lang="en-US" dirty="0"/>
          </a:p>
        </p:txBody>
      </p:sp>
      <p:sp>
        <p:nvSpPr>
          <p:cNvPr id="35" name="Text Placeholder 28"/>
          <p:cNvSpPr>
            <a:spLocks noGrp="1"/>
          </p:cNvSpPr>
          <p:nvPr>
            <p:ph type="body" sz="quarter" idx="36" hasCustomPrompt="1"/>
          </p:nvPr>
        </p:nvSpPr>
        <p:spPr>
          <a:xfrm>
            <a:off x="8732520" y="4904195"/>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endParaRPr lang="en-US" dirty="0"/>
          </a:p>
        </p:txBody>
      </p:sp>
      <p:sp>
        <p:nvSpPr>
          <p:cNvPr id="9" name="Picture Placeholder 23"/>
          <p:cNvSpPr>
            <a:spLocks noGrp="1" noChangeAspect="1"/>
          </p:cNvSpPr>
          <p:nvPr>
            <p:ph type="pic" sz="quarter" idx="16"/>
          </p:nvPr>
        </p:nvSpPr>
        <p:spPr>
          <a:xfrm>
            <a:off x="10250424" y="2450592"/>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27" name="Picture Placeholder 23"/>
          <p:cNvSpPr>
            <a:spLocks noGrp="1" noChangeAspect="1"/>
          </p:cNvSpPr>
          <p:nvPr>
            <p:ph type="pic" sz="quarter" idx="28"/>
          </p:nvPr>
        </p:nvSpPr>
        <p:spPr>
          <a:xfrm>
            <a:off x="10250424" y="4260487"/>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4" name="Footer Placeholder 3"/>
          <p:cNvSpPr>
            <a:spLocks noGrp="1"/>
          </p:cNvSpPr>
          <p:nvPr>
            <p:ph type="ftr" sz="quarter" idx="11"/>
          </p:nvPr>
        </p:nvSpPr>
        <p:spPr>
          <a:xfrm>
            <a:off x="4038600" y="11575"/>
            <a:ext cx="4114800" cy="856526"/>
          </a:xfrm>
          <a:prstGeom prst="rect">
            <a:avLst/>
          </a:prstGeom>
        </p:spPr>
        <p:txBody>
          <a:bodyPr/>
          <a:lstStyle/>
          <a:p>
            <a:r>
              <a:rPr lang="en-US" dirty="0"/>
              <a:t>PRESENTATION TITLE</a:t>
            </a:r>
            <a:endParaRPr lang="en-US" dirty="0"/>
          </a:p>
        </p:txBody>
      </p:sp>
      <p:sp>
        <p:nvSpPr>
          <p:cNvPr id="5" name="Slide Number Placeholder 4"/>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fld>
            <a:endParaRPr lang="en-US" dirty="0"/>
          </a:p>
        </p:txBody>
      </p:sp>
      <p:cxnSp>
        <p:nvCxnSpPr>
          <p:cNvPr id="18" name="Straight Connector 17"/>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 name="Straight Connector 18"/>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showMasterSp="0">
  <p:cSld name="5 Column">
    <p:spTree>
      <p:nvGrpSpPr>
        <p:cNvPr id="1" name=""/>
        <p:cNvGrpSpPr/>
        <p:nvPr/>
      </p:nvGrpSpPr>
      <p:grpSpPr>
        <a:xfrm>
          <a:off x="0" y="0"/>
          <a:ext cx="0" cy="0"/>
          <a:chOff x="0" y="0"/>
          <a:chExt cx="0" cy="0"/>
        </a:xfrm>
      </p:grpSpPr>
      <p:pic>
        <p:nvPicPr>
          <p:cNvPr id="17" name="Picture 16"/>
          <p:cNvPicPr>
            <a:picLocks noChangeAspect="1"/>
          </p:cNvPicPr>
          <p:nvPr userDrawn="1"/>
        </p:nvPicPr>
        <p:blipFill rotWithShape="1">
          <a:blip r:embed="rId2" cstate="email"/>
          <a:srcRect l="8809"/>
          <a:stretch>
            <a:fillRect/>
          </a:stretch>
        </p:blipFill>
        <p:spPr>
          <a:xfrm>
            <a:off x="0" y="0"/>
            <a:ext cx="5467552" cy="2350008"/>
          </a:xfrm>
          <a:prstGeom prst="rect">
            <a:avLst/>
          </a:prstGeom>
        </p:spPr>
      </p:pic>
      <p:pic>
        <p:nvPicPr>
          <p:cNvPr id="15" name="Picture 14"/>
          <p:cNvPicPr>
            <a:picLocks noChangeAspect="1"/>
          </p:cNvPicPr>
          <p:nvPr userDrawn="1"/>
        </p:nvPicPr>
        <p:blipFill>
          <a:blip r:embed="rId3"/>
          <a:stretch>
            <a:fillRect/>
          </a:stretch>
        </p:blipFill>
        <p:spPr>
          <a:xfrm>
            <a:off x="7241236" y="1234440"/>
            <a:ext cx="4950764" cy="5623560"/>
          </a:xfrm>
          <a:prstGeom prst="rect">
            <a:avLst/>
          </a:prstGeom>
        </p:spPr>
      </p:pic>
      <p:sp>
        <p:nvSpPr>
          <p:cNvPr id="2" name="Title 1"/>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3" name="Text Placeholder 2"/>
          <p:cNvSpPr>
            <a:spLocks noGrp="1"/>
          </p:cNvSpPr>
          <p:nvPr>
            <p:ph type="body" idx="1"/>
          </p:nvPr>
        </p:nvSpPr>
        <p:spPr>
          <a:xfrm>
            <a:off x="612648"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12648" y="3127248"/>
            <a:ext cx="2029968" cy="2514600"/>
          </a:xfrm>
          <a:solidFill>
            <a:schemeClr val="accent6">
              <a:lumMod val="20000"/>
              <a:lumOff val="80000"/>
              <a:alpha val="5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endParaRPr lang="en-US"/>
          </a:p>
          <a:p>
            <a:pPr lvl="1"/>
            <a:r>
              <a:rPr lang="en-US"/>
              <a:t>Second level</a:t>
            </a:r>
            <a:endParaRPr lang="en-US"/>
          </a:p>
        </p:txBody>
      </p:sp>
      <p:sp>
        <p:nvSpPr>
          <p:cNvPr id="5" name="Text Placeholder 4"/>
          <p:cNvSpPr>
            <a:spLocks noGrp="1"/>
          </p:cNvSpPr>
          <p:nvPr>
            <p:ph type="body" sz="quarter" idx="3"/>
          </p:nvPr>
        </p:nvSpPr>
        <p:spPr>
          <a:xfrm>
            <a:off x="2843784"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2843784" y="3127248"/>
            <a:ext cx="2029968" cy="2514600"/>
          </a:xfrm>
          <a:solidFill>
            <a:schemeClr val="accent5">
              <a:alpha val="3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endParaRPr lang="en-US"/>
          </a:p>
          <a:p>
            <a:pPr lvl="1"/>
            <a:r>
              <a:rPr lang="en-US"/>
              <a:t>Second level</a:t>
            </a:r>
            <a:endParaRPr lang="en-US"/>
          </a:p>
        </p:txBody>
      </p:sp>
      <p:sp>
        <p:nvSpPr>
          <p:cNvPr id="7" name="Text Placeholder 4"/>
          <p:cNvSpPr>
            <a:spLocks noGrp="1"/>
          </p:cNvSpPr>
          <p:nvPr>
            <p:ph type="body" sz="quarter" idx="13"/>
          </p:nvPr>
        </p:nvSpPr>
        <p:spPr>
          <a:xfrm>
            <a:off x="5084064"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3" name="Content Placeholder 5"/>
          <p:cNvSpPr>
            <a:spLocks noGrp="1"/>
          </p:cNvSpPr>
          <p:nvPr>
            <p:ph sz="quarter" idx="14"/>
          </p:nvPr>
        </p:nvSpPr>
        <p:spPr>
          <a:xfrm>
            <a:off x="5084064" y="3127248"/>
            <a:ext cx="2029968" cy="2514600"/>
          </a:xfrm>
          <a:solidFill>
            <a:schemeClr val="accent4">
              <a:lumMod val="20000"/>
              <a:lumOff val="80000"/>
              <a:alpha val="5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endParaRPr lang="en-US"/>
          </a:p>
          <a:p>
            <a:pPr lvl="1"/>
            <a:r>
              <a:rPr lang="en-US"/>
              <a:t>Second level</a:t>
            </a:r>
            <a:endParaRPr lang="en-US"/>
          </a:p>
        </p:txBody>
      </p:sp>
      <p:sp>
        <p:nvSpPr>
          <p:cNvPr id="20" name="Text Placeholder 4"/>
          <p:cNvSpPr>
            <a:spLocks noGrp="1"/>
          </p:cNvSpPr>
          <p:nvPr>
            <p:ph type="body" sz="quarter" idx="15"/>
          </p:nvPr>
        </p:nvSpPr>
        <p:spPr>
          <a:xfrm>
            <a:off x="7315200"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1" name="Content Placeholder 5"/>
          <p:cNvSpPr>
            <a:spLocks noGrp="1"/>
          </p:cNvSpPr>
          <p:nvPr>
            <p:ph sz="quarter" idx="16"/>
          </p:nvPr>
        </p:nvSpPr>
        <p:spPr>
          <a:xfrm>
            <a:off x="7315200" y="3127248"/>
            <a:ext cx="2029968" cy="2514600"/>
          </a:xfrm>
          <a:solidFill>
            <a:schemeClr val="accent1">
              <a:alpha val="5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endParaRPr lang="en-US"/>
          </a:p>
          <a:p>
            <a:pPr lvl="1"/>
            <a:r>
              <a:rPr lang="en-US"/>
              <a:t>Second level</a:t>
            </a:r>
            <a:endParaRPr lang="en-US"/>
          </a:p>
        </p:txBody>
      </p:sp>
      <p:sp>
        <p:nvSpPr>
          <p:cNvPr id="22" name="Text Placeholder 4"/>
          <p:cNvSpPr>
            <a:spLocks noGrp="1"/>
          </p:cNvSpPr>
          <p:nvPr>
            <p:ph type="body" sz="quarter" idx="17"/>
          </p:nvPr>
        </p:nvSpPr>
        <p:spPr>
          <a:xfrm>
            <a:off x="9546336"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3" name="Content Placeholder 5"/>
          <p:cNvSpPr>
            <a:spLocks noGrp="1"/>
          </p:cNvSpPr>
          <p:nvPr>
            <p:ph sz="quarter" idx="18"/>
          </p:nvPr>
        </p:nvSpPr>
        <p:spPr>
          <a:xfrm>
            <a:off x="9546336" y="3127248"/>
            <a:ext cx="2029968" cy="2514600"/>
          </a:xfrm>
          <a:solidFill>
            <a:schemeClr val="accent4">
              <a:lumMod val="20000"/>
              <a:lumOff val="80000"/>
              <a:alpha val="5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endParaRPr lang="en-US"/>
          </a:p>
          <a:p>
            <a:pPr lvl="1"/>
            <a:r>
              <a:rPr lang="en-US"/>
              <a:t>Second level</a:t>
            </a:r>
            <a:endParaRPr lang="en-US"/>
          </a:p>
        </p:txBody>
      </p:sp>
      <p:sp>
        <p:nvSpPr>
          <p:cNvPr id="8" name="Footer Placeholder 7"/>
          <p:cNvSpPr>
            <a:spLocks noGrp="1"/>
          </p:cNvSpPr>
          <p:nvPr>
            <p:ph type="ftr" sz="quarter" idx="11"/>
          </p:nvPr>
        </p:nvSpPr>
        <p:spPr>
          <a:xfrm>
            <a:off x="4038600" y="11575"/>
            <a:ext cx="4114800" cy="856526"/>
          </a:xfrm>
          <a:prstGeom prst="rect">
            <a:avLst/>
          </a:prstGeom>
        </p:spPr>
        <p:txBody>
          <a:bodyPr/>
          <a:lstStyle/>
          <a:p>
            <a:r>
              <a:rPr lang="en-US" dirty="0"/>
              <a:t>PRESENTATION TITLE</a:t>
            </a:r>
            <a:endParaRPr lang="en-US" dirty="0"/>
          </a:p>
        </p:txBody>
      </p:sp>
      <p:sp>
        <p:nvSpPr>
          <p:cNvPr id="9" name="Slide Number Placeholder 8"/>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fld>
            <a:endParaRPr lang="en-US" dirty="0"/>
          </a:p>
        </p:txBody>
      </p:sp>
      <p:cxnSp>
        <p:nvCxnSpPr>
          <p:cNvPr id="10" name="Straight Connector 9"/>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Timeli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8762234" y="0"/>
            <a:ext cx="3429766" cy="6821424"/>
          </a:xfrm>
          <a:prstGeom prst="rect">
            <a:avLst/>
          </a:prstGeom>
        </p:spPr>
      </p:pic>
      <p:sp>
        <p:nvSpPr>
          <p:cNvPr id="2" name="Title 1"/>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34" name="Text Placeholder 33"/>
          <p:cNvSpPr>
            <a:spLocks noGrp="1"/>
          </p:cNvSpPr>
          <p:nvPr>
            <p:ph type="body" sz="quarter" idx="13" hasCustomPrompt="1"/>
          </p:nvPr>
        </p:nvSpPr>
        <p:spPr>
          <a:xfrm rot="16200000">
            <a:off x="-25907" y="3072704"/>
            <a:ext cx="1783080" cy="512064"/>
          </a:xfrm>
          <a:solidFill>
            <a:schemeClr val="accent1"/>
          </a:solidFill>
        </p:spPr>
        <p:txBody>
          <a:bodyPr anchor="ctr"/>
          <a:lstStyle>
            <a:lvl1pPr marL="0" indent="0" algn="ctr">
              <a:lnSpc>
                <a:spcPct val="100000"/>
              </a:lnSpc>
              <a:spcBef>
                <a:spcPts val="0"/>
              </a:spcBef>
              <a:buNone/>
              <a:defRPr sz="2000" b="1" cap="all" spc="200" baseline="0"/>
            </a:lvl1pPr>
          </a:lstStyle>
          <a:p>
            <a:pPr lvl="0"/>
            <a:r>
              <a:rPr lang="en-US" dirty="0"/>
              <a:t>MMM YYYY</a:t>
            </a:r>
            <a:endParaRPr lang="en-US" dirty="0"/>
          </a:p>
        </p:txBody>
      </p:sp>
      <p:sp>
        <p:nvSpPr>
          <p:cNvPr id="41" name="Text Placeholder 40"/>
          <p:cNvSpPr>
            <a:spLocks noGrp="1"/>
          </p:cNvSpPr>
          <p:nvPr>
            <p:ph type="body" sz="quarter" idx="18"/>
          </p:nvPr>
        </p:nvSpPr>
        <p:spPr>
          <a:xfrm>
            <a:off x="1146218" y="2432434"/>
            <a:ext cx="1644986"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endParaRPr lang="en-US"/>
          </a:p>
        </p:txBody>
      </p:sp>
      <p:sp>
        <p:nvSpPr>
          <p:cNvPr id="38" name="Text Placeholder 33"/>
          <p:cNvSpPr>
            <a:spLocks noGrp="1"/>
          </p:cNvSpPr>
          <p:nvPr>
            <p:ph type="body" sz="quarter" idx="16" hasCustomPrompt="1"/>
          </p:nvPr>
        </p:nvSpPr>
        <p:spPr>
          <a:xfrm rot="16200000">
            <a:off x="2196136" y="4517644"/>
            <a:ext cx="1783080" cy="512064"/>
          </a:xfrm>
          <a:solidFill>
            <a:schemeClr val="accent2"/>
          </a:solidFill>
        </p:spPr>
        <p:txBody>
          <a:bodyPr anchor="ctr"/>
          <a:lstStyle>
            <a:lvl1pPr marL="0" indent="0" algn="ctr">
              <a:lnSpc>
                <a:spcPct val="100000"/>
              </a:lnSpc>
              <a:spcBef>
                <a:spcPts val="0"/>
              </a:spcBef>
              <a:buNone/>
              <a:defRPr sz="2000" b="1" cap="all" spc="200" baseline="0"/>
            </a:lvl1pPr>
          </a:lstStyle>
          <a:p>
            <a:pPr lvl="0"/>
            <a:r>
              <a:rPr lang="en-US" dirty="0"/>
              <a:t>MMM YYYY</a:t>
            </a:r>
            <a:endParaRPr lang="en-US" dirty="0"/>
          </a:p>
        </p:txBody>
      </p:sp>
      <p:sp>
        <p:nvSpPr>
          <p:cNvPr id="48" name="Text Placeholder 40"/>
          <p:cNvSpPr>
            <a:spLocks noGrp="1"/>
          </p:cNvSpPr>
          <p:nvPr>
            <p:ph type="body" sz="quarter" idx="22"/>
          </p:nvPr>
        </p:nvSpPr>
        <p:spPr>
          <a:xfrm>
            <a:off x="3383307" y="3882136"/>
            <a:ext cx="1644986"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endParaRPr lang="en-US"/>
          </a:p>
        </p:txBody>
      </p:sp>
      <p:sp>
        <p:nvSpPr>
          <p:cNvPr id="35" name="Text Placeholder 33"/>
          <p:cNvSpPr>
            <a:spLocks noGrp="1"/>
          </p:cNvSpPr>
          <p:nvPr>
            <p:ph type="body" sz="quarter" idx="14" hasCustomPrompt="1"/>
          </p:nvPr>
        </p:nvSpPr>
        <p:spPr>
          <a:xfrm rot="16200000">
            <a:off x="4418179" y="3067943"/>
            <a:ext cx="1783080" cy="512064"/>
          </a:xfrm>
          <a:solidFill>
            <a:schemeClr val="accent3"/>
          </a:solidFill>
        </p:spPr>
        <p:txBody>
          <a:bodyPr anchor="ctr"/>
          <a:lstStyle>
            <a:lvl1pPr marL="0" indent="0" algn="ctr">
              <a:lnSpc>
                <a:spcPct val="100000"/>
              </a:lnSpc>
              <a:spcBef>
                <a:spcPts val="0"/>
              </a:spcBef>
              <a:buNone/>
              <a:defRPr sz="2000" b="1" cap="all" spc="200" baseline="0"/>
            </a:lvl1pPr>
          </a:lstStyle>
          <a:p>
            <a:pPr lvl="0"/>
            <a:r>
              <a:rPr lang="en-US" dirty="0"/>
              <a:t>MMM YYYY</a:t>
            </a:r>
            <a:endParaRPr lang="en-US" dirty="0"/>
          </a:p>
        </p:txBody>
      </p:sp>
      <p:sp>
        <p:nvSpPr>
          <p:cNvPr id="44" name="Text Placeholder 40"/>
          <p:cNvSpPr>
            <a:spLocks noGrp="1"/>
          </p:cNvSpPr>
          <p:nvPr>
            <p:ph type="body" sz="quarter" idx="19"/>
          </p:nvPr>
        </p:nvSpPr>
        <p:spPr>
          <a:xfrm>
            <a:off x="5589586" y="2432435"/>
            <a:ext cx="1644986"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endParaRPr lang="en-US"/>
          </a:p>
        </p:txBody>
      </p:sp>
      <p:sp>
        <p:nvSpPr>
          <p:cNvPr id="39" name="Text Placeholder 33"/>
          <p:cNvSpPr>
            <a:spLocks noGrp="1"/>
          </p:cNvSpPr>
          <p:nvPr>
            <p:ph type="body" sz="quarter" idx="17" hasCustomPrompt="1"/>
          </p:nvPr>
        </p:nvSpPr>
        <p:spPr>
          <a:xfrm rot="16200000">
            <a:off x="6640222" y="4517644"/>
            <a:ext cx="1783080" cy="512064"/>
          </a:xfrm>
          <a:solidFill>
            <a:schemeClr val="accent4"/>
          </a:solidFill>
        </p:spPr>
        <p:txBody>
          <a:bodyPr anchor="ctr"/>
          <a:lstStyle>
            <a:lvl1pPr marL="0" indent="0" algn="ctr">
              <a:lnSpc>
                <a:spcPct val="100000"/>
              </a:lnSpc>
              <a:spcBef>
                <a:spcPts val="0"/>
              </a:spcBef>
              <a:buNone/>
              <a:defRPr sz="2000" b="1" cap="all" spc="200" baseline="0"/>
            </a:lvl1pPr>
          </a:lstStyle>
          <a:p>
            <a:pPr lvl="0"/>
            <a:r>
              <a:rPr lang="en-US" dirty="0"/>
              <a:t>MMM YYYY</a:t>
            </a:r>
            <a:endParaRPr lang="en-US" dirty="0"/>
          </a:p>
        </p:txBody>
      </p:sp>
      <p:sp>
        <p:nvSpPr>
          <p:cNvPr id="46" name="Text Placeholder 40"/>
          <p:cNvSpPr>
            <a:spLocks noGrp="1"/>
          </p:cNvSpPr>
          <p:nvPr>
            <p:ph type="body" sz="quarter" idx="21"/>
          </p:nvPr>
        </p:nvSpPr>
        <p:spPr>
          <a:xfrm>
            <a:off x="7827392" y="3882136"/>
            <a:ext cx="1644986"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endParaRPr lang="en-US"/>
          </a:p>
        </p:txBody>
      </p:sp>
      <p:sp>
        <p:nvSpPr>
          <p:cNvPr id="36" name="Text Placeholder 33"/>
          <p:cNvSpPr>
            <a:spLocks noGrp="1"/>
          </p:cNvSpPr>
          <p:nvPr>
            <p:ph type="body" sz="quarter" idx="15" hasCustomPrompt="1"/>
          </p:nvPr>
        </p:nvSpPr>
        <p:spPr>
          <a:xfrm rot="16200000">
            <a:off x="8862264" y="3072704"/>
            <a:ext cx="1783080" cy="512064"/>
          </a:xfrm>
          <a:solidFill>
            <a:schemeClr val="accent5"/>
          </a:solidFill>
        </p:spPr>
        <p:txBody>
          <a:bodyPr anchor="ctr"/>
          <a:lstStyle>
            <a:lvl1pPr marL="0" indent="0" algn="ctr">
              <a:lnSpc>
                <a:spcPct val="100000"/>
              </a:lnSpc>
              <a:spcBef>
                <a:spcPts val="0"/>
              </a:spcBef>
              <a:buNone/>
              <a:defRPr sz="2000" b="1" cap="all" spc="200" baseline="0"/>
            </a:lvl1pPr>
          </a:lstStyle>
          <a:p>
            <a:pPr lvl="0"/>
            <a:r>
              <a:rPr lang="en-US" dirty="0"/>
              <a:t>MMM YYYY</a:t>
            </a:r>
            <a:endParaRPr lang="en-US" dirty="0"/>
          </a:p>
        </p:txBody>
      </p:sp>
      <p:sp>
        <p:nvSpPr>
          <p:cNvPr id="45" name="Text Placeholder 40"/>
          <p:cNvSpPr>
            <a:spLocks noGrp="1"/>
          </p:cNvSpPr>
          <p:nvPr>
            <p:ph type="body" sz="quarter" idx="20"/>
          </p:nvPr>
        </p:nvSpPr>
        <p:spPr>
          <a:xfrm>
            <a:off x="10035230" y="2437196"/>
            <a:ext cx="1796654"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endParaRPr lang="en-US"/>
          </a:p>
        </p:txBody>
      </p:sp>
      <p:sp>
        <p:nvSpPr>
          <p:cNvPr id="8" name="Footer Placeholder 7"/>
          <p:cNvSpPr>
            <a:spLocks noGrp="1"/>
          </p:cNvSpPr>
          <p:nvPr>
            <p:ph type="ftr" sz="quarter" idx="11"/>
          </p:nvPr>
        </p:nvSpPr>
        <p:spPr>
          <a:xfrm>
            <a:off x="4038600" y="11575"/>
            <a:ext cx="4114800" cy="856526"/>
          </a:xfrm>
          <a:prstGeom prst="rect">
            <a:avLst/>
          </a:prstGeom>
        </p:spPr>
        <p:txBody>
          <a:bodyPr/>
          <a:lstStyle/>
          <a:p>
            <a:r>
              <a:rPr lang="en-US" dirty="0"/>
              <a:t>PRESENTATION TITLE</a:t>
            </a:r>
            <a:endParaRPr lang="en-US" dirty="0"/>
          </a:p>
        </p:txBody>
      </p:sp>
      <p:sp>
        <p:nvSpPr>
          <p:cNvPr id="9" name="Slide Number Placeholder 8"/>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fld>
            <a:endParaRPr lang="en-US" dirty="0"/>
          </a:p>
        </p:txBody>
      </p:sp>
      <p:cxnSp>
        <p:nvCxnSpPr>
          <p:cNvPr id="10" name="Straight Connector 9"/>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showMasterSp="0">
  <p:cSld name="Two Content">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a:stretch>
            <a:fillRect/>
          </a:stretch>
        </p:blipFill>
        <p:spPr>
          <a:xfrm>
            <a:off x="0" y="3931920"/>
            <a:ext cx="5470497" cy="2926080"/>
          </a:xfrm>
          <a:prstGeom prst="rect">
            <a:avLst/>
          </a:prstGeom>
        </p:spPr>
      </p:pic>
      <p:pic>
        <p:nvPicPr>
          <p:cNvPr id="16" name="Picture 15"/>
          <p:cNvPicPr>
            <a:picLocks noChangeAspect="1"/>
          </p:cNvPicPr>
          <p:nvPr userDrawn="1"/>
        </p:nvPicPr>
        <p:blipFill>
          <a:blip r:embed="rId3"/>
          <a:stretch>
            <a:fillRect/>
          </a:stretch>
        </p:blipFill>
        <p:spPr>
          <a:xfrm>
            <a:off x="7208215" y="0"/>
            <a:ext cx="4983785" cy="2276856"/>
          </a:xfrm>
          <a:prstGeom prst="rect">
            <a:avLst/>
          </a:prstGeom>
        </p:spPr>
      </p:pic>
      <p:sp>
        <p:nvSpPr>
          <p:cNvPr id="2" name="Title 1"/>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3" name="Text Placeholder 2"/>
          <p:cNvSpPr>
            <a:spLocks noGrp="1"/>
          </p:cNvSpPr>
          <p:nvPr>
            <p:ph type="body" idx="1"/>
          </p:nvPr>
        </p:nvSpPr>
        <p:spPr>
          <a:xfrm>
            <a:off x="612648" y="2438400"/>
            <a:ext cx="5157787"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12648" y="2871216"/>
            <a:ext cx="5157787" cy="3247462"/>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400800" y="2438400"/>
            <a:ext cx="5183188"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400800" y="2871216"/>
            <a:ext cx="5183188" cy="3247462"/>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8" name="Footer Placeholder 7"/>
          <p:cNvSpPr>
            <a:spLocks noGrp="1"/>
          </p:cNvSpPr>
          <p:nvPr>
            <p:ph type="ftr" sz="quarter" idx="11"/>
          </p:nvPr>
        </p:nvSpPr>
        <p:spPr>
          <a:xfrm>
            <a:off x="4038600" y="11575"/>
            <a:ext cx="4114800" cy="856526"/>
          </a:xfrm>
          <a:prstGeom prst="rect">
            <a:avLst/>
          </a:prstGeom>
        </p:spPr>
        <p:txBody>
          <a:bodyPr/>
          <a:lstStyle/>
          <a:p>
            <a:r>
              <a:rPr lang="en-US" dirty="0"/>
              <a:t>PRESENTATION TITLE</a:t>
            </a:r>
            <a:endParaRPr lang="en-US" dirty="0"/>
          </a:p>
        </p:txBody>
      </p:sp>
      <p:sp>
        <p:nvSpPr>
          <p:cNvPr id="9" name="Slide Number Placeholder 8"/>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fld>
            <a:endParaRPr lang="en-US" dirty="0"/>
          </a:p>
        </p:txBody>
      </p:sp>
      <p:cxnSp>
        <p:nvCxnSpPr>
          <p:cNvPr id="10" name="Straight Connector 9"/>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showMasterSp="0">
  <p:cSld name="Three Content">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a:stretch>
            <a:fillRect/>
          </a:stretch>
        </p:blipFill>
        <p:spPr>
          <a:xfrm>
            <a:off x="6453650" y="4014216"/>
            <a:ext cx="5738350" cy="2843784"/>
          </a:xfrm>
          <a:prstGeom prst="rect">
            <a:avLst/>
          </a:prstGeom>
        </p:spPr>
      </p:pic>
      <p:pic>
        <p:nvPicPr>
          <p:cNvPr id="14" name="Picture 13"/>
          <p:cNvPicPr>
            <a:picLocks noChangeAspect="1"/>
          </p:cNvPicPr>
          <p:nvPr userDrawn="1"/>
        </p:nvPicPr>
        <p:blipFill>
          <a:blip r:embed="rId3"/>
          <a:stretch>
            <a:fillRect/>
          </a:stretch>
        </p:blipFill>
        <p:spPr>
          <a:xfrm>
            <a:off x="0" y="0"/>
            <a:ext cx="5458968" cy="2919913"/>
          </a:xfrm>
          <a:prstGeom prst="rect">
            <a:avLst/>
          </a:prstGeom>
        </p:spPr>
      </p:pic>
      <p:sp>
        <p:nvSpPr>
          <p:cNvPr id="2" name="Title 1"/>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3" name="Text Placeholder 2"/>
          <p:cNvSpPr>
            <a:spLocks noGrp="1"/>
          </p:cNvSpPr>
          <p:nvPr>
            <p:ph type="body" idx="1"/>
          </p:nvPr>
        </p:nvSpPr>
        <p:spPr>
          <a:xfrm>
            <a:off x="612648" y="2438400"/>
            <a:ext cx="3419856"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12648" y="2871216"/>
            <a:ext cx="3419856" cy="2925554"/>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407408" y="2438400"/>
            <a:ext cx="3419856"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407408" y="2871216"/>
            <a:ext cx="3419856" cy="2925554"/>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Text Placeholder 4"/>
          <p:cNvSpPr>
            <a:spLocks noGrp="1"/>
          </p:cNvSpPr>
          <p:nvPr>
            <p:ph type="body" sz="quarter" idx="13"/>
          </p:nvPr>
        </p:nvSpPr>
        <p:spPr>
          <a:xfrm>
            <a:off x="8183880" y="2438400"/>
            <a:ext cx="3419856"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3" name="Content Placeholder 5"/>
          <p:cNvSpPr>
            <a:spLocks noGrp="1"/>
          </p:cNvSpPr>
          <p:nvPr>
            <p:ph sz="quarter" idx="14"/>
          </p:nvPr>
        </p:nvSpPr>
        <p:spPr>
          <a:xfrm>
            <a:off x="8183880" y="2871216"/>
            <a:ext cx="3419856" cy="2925554"/>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8" name="Footer Placeholder 7"/>
          <p:cNvSpPr>
            <a:spLocks noGrp="1"/>
          </p:cNvSpPr>
          <p:nvPr>
            <p:ph type="ftr" sz="quarter" idx="11"/>
          </p:nvPr>
        </p:nvSpPr>
        <p:spPr>
          <a:xfrm>
            <a:off x="4038600" y="11575"/>
            <a:ext cx="4114800" cy="856526"/>
          </a:xfrm>
          <a:prstGeom prst="rect">
            <a:avLst/>
          </a:prstGeom>
        </p:spPr>
        <p:txBody>
          <a:bodyPr/>
          <a:lstStyle/>
          <a:p>
            <a:r>
              <a:rPr lang="en-US" dirty="0"/>
              <a:t>PRESENTATION TITLE</a:t>
            </a:r>
            <a:endParaRPr lang="en-US" dirty="0"/>
          </a:p>
        </p:txBody>
      </p:sp>
      <p:sp>
        <p:nvSpPr>
          <p:cNvPr id="9" name="Slide Number Placeholder 8"/>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fld>
            <a:endParaRPr lang="en-US" dirty="0"/>
          </a:p>
        </p:txBody>
      </p:sp>
      <p:cxnSp>
        <p:nvCxnSpPr>
          <p:cNvPr id="10" name="Straight Connector 9"/>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Comparison">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3758530"/>
            <a:ext cx="4700016" cy="3099470"/>
          </a:xfrm>
          <a:prstGeom prst="rect">
            <a:avLst/>
          </a:prstGeom>
        </p:spPr>
      </p:pic>
      <p:pic>
        <p:nvPicPr>
          <p:cNvPr id="8" name="Picture 7"/>
          <p:cNvPicPr>
            <a:picLocks noChangeAspect="1"/>
          </p:cNvPicPr>
          <p:nvPr userDrawn="1"/>
        </p:nvPicPr>
        <p:blipFill>
          <a:blip r:embed="rId3"/>
          <a:stretch>
            <a:fillRect/>
          </a:stretch>
        </p:blipFill>
        <p:spPr>
          <a:xfrm>
            <a:off x="0" y="0"/>
            <a:ext cx="5148072" cy="3436275"/>
          </a:xfrm>
          <a:prstGeom prst="rect">
            <a:avLst/>
          </a:prstGeom>
        </p:spPr>
      </p:pic>
      <p:sp>
        <p:nvSpPr>
          <p:cNvPr id="12" name="Title 11"/>
          <p:cNvSpPr>
            <a:spLocks noGrp="1"/>
          </p:cNvSpPr>
          <p:nvPr>
            <p:ph type="title"/>
          </p:nvPr>
        </p:nvSpPr>
        <p:spPr>
          <a:xfrm>
            <a:off x="612648" y="1216152"/>
            <a:ext cx="5184648" cy="4416552"/>
          </a:xfrm>
        </p:spPr>
        <p:txBody>
          <a:bodyPr lIns="0" rIns="0"/>
          <a:lstStyle>
            <a:lvl1pPr algn="r">
              <a:defRPr sz="4800" cap="all" spc="400" baseline="0"/>
            </a:lvl1pPr>
          </a:lstStyle>
          <a:p>
            <a:r>
              <a:rPr lang="en-US"/>
              <a:t>Click to edit Master title style</a:t>
            </a:r>
            <a:endParaRPr lang="en-US" dirty="0"/>
          </a:p>
        </p:txBody>
      </p:sp>
      <p:sp>
        <p:nvSpPr>
          <p:cNvPr id="14" name="Content Placeholder 13"/>
          <p:cNvSpPr>
            <a:spLocks noGrp="1"/>
          </p:cNvSpPr>
          <p:nvPr>
            <p:ph sz="quarter" idx="13"/>
          </p:nvPr>
        </p:nvSpPr>
        <p:spPr>
          <a:xfrm>
            <a:off x="6400800" y="1216025"/>
            <a:ext cx="5184648" cy="4416425"/>
          </a:xfrm>
        </p:spPr>
        <p:txBody>
          <a:bodyPr anchor="ctr"/>
          <a:lstStyle>
            <a:lvl1pPr marL="0" indent="0">
              <a:lnSpc>
                <a:spcPct val="150000"/>
              </a:lnSpc>
              <a:spcBef>
                <a:spcPts val="1000"/>
              </a:spcBef>
              <a:buNone/>
              <a:defRPr sz="1600" spc="100" baseline="0"/>
            </a:lvl1pPr>
            <a:lvl2pPr marL="228600">
              <a:lnSpc>
                <a:spcPct val="150000"/>
              </a:lnSpc>
              <a:spcBef>
                <a:spcPts val="1000"/>
              </a:spcBef>
              <a:defRPr sz="1600" spc="100" baseline="0"/>
            </a:lvl2pPr>
            <a:lvl3pPr marL="457200">
              <a:lnSpc>
                <a:spcPct val="150000"/>
              </a:lnSpc>
              <a:spcBef>
                <a:spcPts val="1000"/>
              </a:spcBef>
              <a:defRPr sz="1600" spc="100" baseline="0"/>
            </a:lvl3pPr>
            <a:lvl4pPr marL="685800">
              <a:lnSpc>
                <a:spcPct val="150000"/>
              </a:lnSpc>
              <a:spcBef>
                <a:spcPts val="1000"/>
              </a:spcBef>
              <a:defRPr sz="1600" spc="100" baseline="0"/>
            </a:lvl4pPr>
            <a:lvl5pPr marL="914400">
              <a:lnSpc>
                <a:spcPct val="150000"/>
              </a:lnSpc>
              <a:spcBef>
                <a:spcPts val="1000"/>
              </a:spcBef>
              <a:defRPr sz="1600" spc="100" baseline="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3" name="Footer Placeholder 2"/>
          <p:cNvSpPr>
            <a:spLocks noGrp="1"/>
          </p:cNvSpPr>
          <p:nvPr>
            <p:ph type="ftr" sz="quarter" idx="11"/>
          </p:nvPr>
        </p:nvSpPr>
        <p:spPr>
          <a:xfrm>
            <a:off x="4038600" y="11575"/>
            <a:ext cx="4114800" cy="856526"/>
          </a:xfrm>
          <a:prstGeom prst="rect">
            <a:avLst/>
          </a:prstGeom>
        </p:spPr>
        <p:txBody>
          <a:bodyPr/>
          <a:lstStyle/>
          <a:p>
            <a:r>
              <a:rPr lang="en-US" dirty="0"/>
              <a:t>PRESENTATION TITLE</a:t>
            </a:r>
            <a:endParaRPr lang="en-US" dirty="0"/>
          </a:p>
        </p:txBody>
      </p:sp>
      <p:sp>
        <p:nvSpPr>
          <p:cNvPr id="4" name="Slide Number Placeholder 3"/>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fld>
            <a:endParaRPr lang="en-US" dirty="0"/>
          </a:p>
        </p:txBody>
      </p:sp>
      <p:cxnSp>
        <p:nvCxnSpPr>
          <p:cNvPr id="5" name="Straight Connector 4"/>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Closin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srcRect/>
          <a:stretch>
            <a:fillRect/>
          </a:stretch>
        </p:blipFill>
        <p:spPr>
          <a:xfrm>
            <a:off x="0" y="0"/>
            <a:ext cx="12192000" cy="6858000"/>
          </a:xfrm>
          <a:prstGeom prst="rect">
            <a:avLst/>
          </a:prstGeom>
        </p:spPr>
      </p:pic>
      <p:sp>
        <p:nvSpPr>
          <p:cNvPr id="6" name="Title 1"/>
          <p:cNvSpPr>
            <a:spLocks noGrp="1"/>
          </p:cNvSpPr>
          <p:nvPr>
            <p:ph type="ctrTitle" hasCustomPrompt="1"/>
          </p:nvPr>
        </p:nvSpPr>
        <p:spPr>
          <a:xfrm>
            <a:off x="1078992" y="1956816"/>
            <a:ext cx="10040112" cy="2387600"/>
          </a:xfrm>
        </p:spPr>
        <p:txBody>
          <a:bodyPr anchor="t">
            <a:noAutofit/>
          </a:bodyPr>
          <a:lstStyle>
            <a:lvl1pPr algn="l">
              <a:defRPr sz="9600" spc="300" baseline="0">
                <a:ln w="28575">
                  <a:solidFill>
                    <a:schemeClr val="tx1"/>
                  </a:solidFill>
                </a:ln>
                <a:noFill/>
              </a:defRPr>
            </a:lvl1pPr>
          </a:lstStyle>
          <a:p>
            <a:r>
              <a:rPr lang="en-US" dirty="0"/>
              <a:t>CLICK TO EDIT MASTER TITLE STYLE</a:t>
            </a:r>
            <a:endParaRPr lang="en-US" dirty="0"/>
          </a:p>
        </p:txBody>
      </p:sp>
      <p:sp>
        <p:nvSpPr>
          <p:cNvPr id="10" name="Subtitle 2"/>
          <p:cNvSpPr>
            <a:spLocks noGrp="1"/>
          </p:cNvSpPr>
          <p:nvPr>
            <p:ph type="subTitle" idx="1"/>
          </p:nvPr>
        </p:nvSpPr>
        <p:spPr>
          <a:xfrm>
            <a:off x="1078992" y="3483864"/>
            <a:ext cx="10040112" cy="1280160"/>
          </a:xfrm>
        </p:spPr>
        <p:txBody>
          <a:bodyPr/>
          <a:lstStyle>
            <a:lvl1pPr marL="0" indent="0" algn="l">
              <a:buNone/>
              <a:defRPr sz="2400" b="1" baseline="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showMasterSp="0" userDrawn="1">
  <p:cSld name="Title Only">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038600" y="11575"/>
            <a:ext cx="4114800" cy="856526"/>
          </a:xfrm>
          <a:prstGeom prst="rect">
            <a:avLst/>
          </a:prstGeom>
        </p:spPr>
        <p:txBody>
          <a:bodyPr/>
          <a:lstStyle/>
          <a:p>
            <a:r>
              <a:rPr lang="en-US" dirty="0"/>
              <a:t>PRESENTATION TITLE</a:t>
            </a:r>
            <a:endParaRPr lang="en-US" dirty="0"/>
          </a:p>
        </p:txBody>
      </p:sp>
      <p:sp>
        <p:nvSpPr>
          <p:cNvPr id="4" name="Slide Number Placeholder 3"/>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fld>
            <a:endParaRPr lang="en-US" dirty="0"/>
          </a:p>
        </p:txBody>
      </p:sp>
      <p:cxnSp>
        <p:nvCxnSpPr>
          <p:cNvPr id="5" name="Straight Connector 4"/>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mj-lt"/>
              </a:defRPr>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6" name="Footer Placeholder 5"/>
          <p:cNvSpPr>
            <a:spLocks noGrp="1"/>
          </p:cNvSpPr>
          <p:nvPr>
            <p:ph type="ftr" sz="quarter" idx="11"/>
          </p:nvPr>
        </p:nvSpPr>
        <p:spPr>
          <a:xfrm>
            <a:off x="4038600" y="11575"/>
            <a:ext cx="4114800" cy="856526"/>
          </a:xfrm>
          <a:prstGeom prst="rect">
            <a:avLst/>
          </a:prstGeom>
        </p:spPr>
        <p:txBody>
          <a:bodyPr/>
          <a:lstStyle/>
          <a:p>
            <a:r>
              <a:rPr lang="en-US" dirty="0"/>
              <a:t>PRESENTATION TITLE</a:t>
            </a:r>
            <a:endParaRPr lang="en-US" dirty="0"/>
          </a:p>
        </p:txBody>
      </p:sp>
      <p:sp>
        <p:nvSpPr>
          <p:cNvPr id="7" name="Slide Number Placeholder 6"/>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fld>
            <a:endParaRPr lang="en-US" dirty="0"/>
          </a:p>
        </p:txBody>
      </p:sp>
      <p:cxnSp>
        <p:nvCxnSpPr>
          <p:cNvPr id="8" name="Straight Connector 7"/>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Straight Connector 8"/>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mj-lt"/>
              </a:defRPr>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6" name="Footer Placeholder 5"/>
          <p:cNvSpPr>
            <a:spLocks noGrp="1"/>
          </p:cNvSpPr>
          <p:nvPr>
            <p:ph type="ftr" sz="quarter" idx="11"/>
          </p:nvPr>
        </p:nvSpPr>
        <p:spPr>
          <a:xfrm>
            <a:off x="4038600" y="11575"/>
            <a:ext cx="4114800" cy="856526"/>
          </a:xfrm>
          <a:prstGeom prst="rect">
            <a:avLst/>
          </a:prstGeom>
        </p:spPr>
        <p:txBody>
          <a:bodyPr/>
          <a:lstStyle/>
          <a:p>
            <a:r>
              <a:rPr lang="en-US" dirty="0"/>
              <a:t>PRESENTATION TITLE</a:t>
            </a:r>
            <a:endParaRPr lang="en-US" dirty="0"/>
          </a:p>
        </p:txBody>
      </p:sp>
      <p:sp>
        <p:nvSpPr>
          <p:cNvPr id="7" name="Slide Number Placeholder 6"/>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fld>
            <a:endParaRPr lang="en-US" dirty="0"/>
          </a:p>
        </p:txBody>
      </p:sp>
      <p:cxnSp>
        <p:nvCxnSpPr>
          <p:cNvPr id="8" name="Straight Connector 7"/>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Straight Connector 8"/>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image" Target="../media/image25.png"/><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Background pattern&#10;&#10;Description automatically generated"/>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381000" y="1660127"/>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381000" y="3104752"/>
            <a:ext cx="11430000" cy="2092281"/>
          </a:xfrm>
          <a:prstGeom prst="rect">
            <a:avLst/>
          </a:prstGeom>
        </p:spPr>
        <p:txBody>
          <a:bodyPr vert="horz" lIns="91440" tIns="45720" rIns="91440" bIns="45720" rtlCol="0">
            <a:no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p:ph type="ftr" sz="quarter" idx="3"/>
          </p:nvPr>
        </p:nvSpPr>
        <p:spPr>
          <a:xfrm>
            <a:off x="4038600" y="11575"/>
            <a:ext cx="4114800" cy="856526"/>
          </a:xfrm>
          <a:prstGeom prst="rect">
            <a:avLst/>
          </a:prstGeom>
        </p:spPr>
        <p:txBody>
          <a:bodyPr vert="horz" lIns="91440" tIns="45720" rIns="91440" bIns="45720" rtlCol="0" anchor="ctr">
            <a:noAutofit/>
          </a:bodyPr>
          <a:lstStyle>
            <a:lvl1pPr algn="ctr">
              <a:defRPr sz="1200" b="1" i="0" spc="200" baseline="0">
                <a:solidFill>
                  <a:schemeClr val="tx1"/>
                </a:solidFill>
                <a:latin typeface="+mn-lt"/>
                <a:cs typeface="Arial" panose="020B0604020202020204" pitchFamily="34" charset="0"/>
              </a:defRPr>
            </a:lvl1pPr>
          </a:lstStyle>
          <a:p>
            <a:r>
              <a:rPr lang="en-US" dirty="0"/>
              <a:t>PRESENTATION TITLE</a:t>
            </a:r>
            <a:endParaRPr lang="en-US" dirty="0"/>
          </a:p>
        </p:txBody>
      </p:sp>
      <p:sp>
        <p:nvSpPr>
          <p:cNvPr id="6" name="Slide Number Placeholder 5"/>
          <p:cNvSpPr>
            <a:spLocks noGrp="1"/>
          </p:cNvSpPr>
          <p:nvPr>
            <p:ph type="sldNum" sz="quarter" idx="4"/>
          </p:nvPr>
        </p:nvSpPr>
        <p:spPr>
          <a:xfrm>
            <a:off x="4038600" y="6006546"/>
            <a:ext cx="4114800" cy="851453"/>
          </a:xfrm>
          <a:prstGeom prst="rect">
            <a:avLst/>
          </a:prstGeom>
        </p:spPr>
        <p:txBody>
          <a:bodyPr vert="horz" lIns="91440" tIns="45720" rIns="91440" bIns="45720" rtlCol="0" anchor="ctr">
            <a:noAutofit/>
          </a:bodyPr>
          <a:lstStyle>
            <a:lvl1pPr algn="ctr">
              <a:defRPr sz="1200" b="1" i="0" spc="200" baseline="0">
                <a:solidFill>
                  <a:schemeClr val="tx1"/>
                </a:solidFill>
                <a:latin typeface="+mn-lt"/>
                <a:cs typeface="Arial" panose="020B0604020202020204" pitchFamily="34" charset="0"/>
              </a:defRPr>
            </a:lvl1pPr>
          </a:lstStyle>
          <a:p>
            <a:r>
              <a:rPr lang="en-US" dirty="0"/>
              <a:t>&lt;##&gt;</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lvl1pPr algn="l" defTabSz="914400" rtl="0" eaLnBrk="1" latinLnBrk="0" hangingPunct="1">
        <a:lnSpc>
          <a:spcPct val="90000"/>
        </a:lnSpc>
        <a:spcBef>
          <a:spcPct val="0"/>
        </a:spcBef>
        <a:buNone/>
        <a:defRPr sz="4400" b="1" i="0" kern="1200" cap="all" spc="40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spc="50" baseline="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spc="50" baseline="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spc="50" baseline="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spc="50" baseline="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spc="50" baseline="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7.png"/><Relationship Id="rId1" Type="http://schemas.openxmlformats.org/officeDocument/2006/relationships/image" Target="../media/image2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28.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image" Target="../media/image29.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3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3.xml"/><Relationship Id="rId2" Type="http://schemas.openxmlformats.org/officeDocument/2006/relationships/image" Target="../media/image32.jpeg"/><Relationship Id="rId1" Type="http://schemas.openxmlformats.org/officeDocument/2006/relationships/image" Target="../media/image31.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image" Target="../media/image33.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9"/>
          <p:cNvSpPr txBox="1"/>
          <p:nvPr/>
        </p:nvSpPr>
        <p:spPr>
          <a:xfrm>
            <a:off x="440690" y="1540510"/>
            <a:ext cx="11179175" cy="3426460"/>
          </a:xfrm>
          <a:prstGeom prst="rect">
            <a:avLst/>
          </a:prstGeom>
          <a:no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86690" indent="-6350" algn="ctr">
              <a:spcAft>
                <a:spcPts val="1720"/>
              </a:spcAft>
            </a:pPr>
            <a:r>
              <a:rPr lang="en-US" sz="2400" b="1" dirty="0">
                <a:latin typeface="Times New Roman" panose="02020603050405020304" pitchFamily="18" charset="0"/>
                <a:cs typeface="Times New Roman" panose="02020603050405020304" pitchFamily="18" charset="0"/>
              </a:rPr>
              <a:t>DEPARTMENT OF ECE</a:t>
            </a:r>
            <a:endParaRPr lang="en-US" sz="2400" b="1" dirty="0">
              <a:latin typeface="Times New Roman" panose="02020603050405020304" pitchFamily="18" charset="0"/>
              <a:cs typeface="Times New Roman" panose="02020603050405020304" pitchFamily="18" charset="0"/>
            </a:endParaRPr>
          </a:p>
          <a:p>
            <a:pPr marL="186690" indent="-6350" algn="ctr">
              <a:spcAft>
                <a:spcPts val="1720"/>
              </a:spcAft>
            </a:pPr>
            <a:r>
              <a:rPr lang="en-US" sz="2400" b="1" dirty="0">
                <a:latin typeface="Times New Roman" panose="02020603050405020304" pitchFamily="18" charset="0"/>
                <a:cs typeface="Times New Roman" panose="02020603050405020304" pitchFamily="18" charset="0"/>
              </a:rPr>
              <a:t>ECC1361 – INDUSTRIAL ELECTRONICS AND APPLICATIONS(PRBL)</a:t>
            </a:r>
            <a:endParaRPr lang="en-US" sz="2400" b="1" dirty="0">
              <a:latin typeface="Times New Roman" panose="02020603050405020304" pitchFamily="18" charset="0"/>
              <a:cs typeface="Times New Roman" panose="02020603050405020304" pitchFamily="18" charset="0"/>
            </a:endParaRPr>
          </a:p>
          <a:p>
            <a:pPr marL="186690" indent="-6350" algn="ctr">
              <a:lnSpc>
                <a:spcPct val="90000"/>
              </a:lnSpc>
              <a:spcAft>
                <a:spcPts val="1720"/>
              </a:spcAft>
            </a:pPr>
            <a:r>
              <a:rPr lang="en-US" sz="2400" b="1" dirty="0">
                <a:latin typeface="Times New Roman" panose="02020603050405020304" pitchFamily="18" charset="0"/>
                <a:cs typeface="Times New Roman" panose="02020603050405020304" pitchFamily="18" charset="0"/>
              </a:rPr>
              <a:t>III year / V </a:t>
            </a:r>
            <a:r>
              <a:rPr lang="en-US" sz="2400" b="1" dirty="0" err="1">
                <a:latin typeface="Times New Roman" panose="02020603050405020304" pitchFamily="18" charset="0"/>
                <a:cs typeface="Times New Roman" panose="02020603050405020304" pitchFamily="18" charset="0"/>
              </a:rPr>
              <a:t>sem</a:t>
            </a:r>
            <a:endParaRPr lang="en-US" sz="2400" b="1" dirty="0">
              <a:latin typeface="Times New Roman" panose="02020603050405020304" pitchFamily="18" charset="0"/>
              <a:cs typeface="Times New Roman" panose="02020603050405020304" pitchFamily="18" charset="0"/>
            </a:endParaRPr>
          </a:p>
          <a:p>
            <a:pPr marL="186690" indent="-6350" algn="ctr">
              <a:lnSpc>
                <a:spcPct val="90000"/>
              </a:lnSpc>
              <a:spcAft>
                <a:spcPts val="1720"/>
              </a:spcAft>
            </a:pPr>
            <a:r>
              <a:rPr lang="en-US" sz="2800" b="1" dirty="0">
                <a:latin typeface="Times New Roman" panose="02020603050405020304" pitchFamily="18" charset="0"/>
                <a:cs typeface="Times New Roman" panose="02020603050405020304" pitchFamily="18" charset="0"/>
                <a:sym typeface="+mn-ea"/>
              </a:rPr>
              <a:t>TITLE : </a:t>
            </a:r>
            <a:r>
              <a:rPr lang="en-US" altLang="en-US" sz="2800" b="1" dirty="0">
                <a:latin typeface="Times New Roman" panose="02020603050405020304" pitchFamily="18" charset="0"/>
                <a:cs typeface="Times New Roman" panose="02020603050405020304" pitchFamily="18" charset="0"/>
                <a:sym typeface="+mn-ea"/>
              </a:rPr>
              <a:t>AUTOMATED CABLE FAULT MONITORING SYSTEM</a:t>
            </a:r>
            <a:endParaRPr lang="en-US" altLang="en-US" sz="2800" b="1" dirty="0">
              <a:latin typeface="Times New Roman" panose="02020603050405020304" pitchFamily="18" charset="0"/>
              <a:cs typeface="Times New Roman" panose="02020603050405020304" pitchFamily="18" charset="0"/>
              <a:sym typeface="+mn-ea"/>
            </a:endParaRPr>
          </a:p>
          <a:p>
            <a:pPr marL="186690" indent="-6350" algn="ctr">
              <a:lnSpc>
                <a:spcPct val="90000"/>
              </a:lnSpc>
              <a:spcAft>
                <a:spcPts val="1720"/>
              </a:spcAft>
            </a:pPr>
            <a:r>
              <a:rPr lang="en-US" sz="2800" b="1" dirty="0">
                <a:latin typeface="Times New Roman" panose="02020603050405020304" pitchFamily="18" charset="0"/>
                <a:ea typeface="Calibri" panose="020F0502020204030204"/>
                <a:cs typeface="Times New Roman" panose="02020603050405020304" pitchFamily="18" charset="0"/>
              </a:rPr>
              <a:t>BATCH – 4</a:t>
            </a:r>
            <a:endParaRPr lang="en-US" sz="2800" b="1" dirty="0">
              <a:latin typeface="Times New Roman" panose="02020603050405020304" pitchFamily="18" charset="0"/>
              <a:ea typeface="Calibri" panose="020F0502020204030204"/>
              <a:cs typeface="Times New Roman" panose="02020603050405020304" pitchFamily="18" charset="0"/>
            </a:endParaRPr>
          </a:p>
          <a:p>
            <a:pPr marL="186690" indent="-6350" algn="ctr">
              <a:lnSpc>
                <a:spcPct val="90000"/>
              </a:lnSpc>
              <a:spcAft>
                <a:spcPts val="1720"/>
              </a:spcAft>
            </a:pPr>
            <a:r>
              <a:rPr lang="en-US" sz="2800" b="1" dirty="0">
                <a:latin typeface="Times New Roman" panose="02020603050405020304" pitchFamily="18" charset="0"/>
                <a:ea typeface="Calibri" panose="020F0502020204030204"/>
                <a:cs typeface="Times New Roman" panose="02020603050405020304" pitchFamily="18" charset="0"/>
              </a:rPr>
              <a:t>FINAL REVIEW </a:t>
            </a:r>
            <a:endParaRPr lang="en-IN" sz="2000" dirty="0">
              <a:latin typeface="Times New Roman" panose="02020603050405020304" pitchFamily="18" charset="0"/>
              <a:ea typeface="Calibri" panose="020F0502020204030204"/>
              <a:cs typeface="Times New Roman" panose="02020603050405020304" pitchFamily="18" charset="0"/>
            </a:endParaRPr>
          </a:p>
        </p:txBody>
      </p:sp>
      <p:sp>
        <p:nvSpPr>
          <p:cNvPr id="6" name="Rectangle 5"/>
          <p:cNvSpPr/>
          <p:nvPr/>
        </p:nvSpPr>
        <p:spPr>
          <a:xfrm>
            <a:off x="454025" y="358140"/>
            <a:ext cx="11165840" cy="93218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280"/>
              </a:lnSpc>
            </a:pPr>
            <a:r>
              <a:rPr lang="en-US" sz="2800" b="1" dirty="0">
                <a:solidFill>
                  <a:schemeClr val="tx1"/>
                </a:solidFill>
                <a:latin typeface="Times New Roman" panose="02020603050405020304" pitchFamily="18" charset="0"/>
                <a:ea typeface="adonis-web" pitchFamily="34" charset="-122"/>
                <a:cs typeface="Times New Roman" panose="02020603050405020304" pitchFamily="18" charset="0"/>
              </a:rPr>
              <a:t>K. RAMAKRISHNAN COLLEGE OF ENGINEERING</a:t>
            </a:r>
            <a:endParaRPr lang="en-US" sz="2800" b="1" dirty="0">
              <a:solidFill>
                <a:schemeClr val="tx1"/>
              </a:solidFill>
              <a:latin typeface="Times New Roman" panose="02020603050405020304" pitchFamily="18" charset="0"/>
              <a:ea typeface="adonis-web" pitchFamily="34" charset="-122"/>
              <a:cs typeface="Times New Roman" panose="02020603050405020304" pitchFamily="18" charset="0"/>
            </a:endParaRPr>
          </a:p>
          <a:p>
            <a:pPr algn="ctr">
              <a:lnSpc>
                <a:spcPts val="3280"/>
              </a:lnSpc>
            </a:pPr>
            <a:r>
              <a:rPr lang="en-US" sz="2800" b="1" dirty="0">
                <a:solidFill>
                  <a:schemeClr val="tx1"/>
                </a:solidFill>
                <a:latin typeface="Times New Roman" panose="02020603050405020304" pitchFamily="18" charset="0"/>
                <a:ea typeface="adonis-web" pitchFamily="34" charset="-122"/>
                <a:cs typeface="Times New Roman" panose="02020603050405020304" pitchFamily="18" charset="0"/>
              </a:rPr>
              <a:t>(Autonomous)</a:t>
            </a:r>
            <a:endParaRPr lang="en-US" sz="2800" b="1" dirty="0">
              <a:solidFill>
                <a:schemeClr val="tx1"/>
              </a:solidFill>
              <a:latin typeface="Times New Roman" panose="02020603050405020304" pitchFamily="18" charset="0"/>
              <a:ea typeface="adonis-web" pitchFamily="34" charset="-122"/>
              <a:cs typeface="Times New Roman" panose="02020603050405020304" pitchFamily="18" charset="0"/>
            </a:endParaRPr>
          </a:p>
        </p:txBody>
      </p:sp>
      <p:pic>
        <p:nvPicPr>
          <p:cNvPr id="7" name="Image 1"/>
          <p:cNvPicPr>
            <a:picLocks noChangeAspect="1"/>
          </p:cNvPicPr>
          <p:nvPr/>
        </p:nvPicPr>
        <p:blipFill>
          <a:blip r:embed="rId1"/>
          <a:stretch>
            <a:fillRect/>
          </a:stretch>
        </p:blipFill>
        <p:spPr>
          <a:xfrm>
            <a:off x="339317" y="111790"/>
            <a:ext cx="1253353" cy="1247490"/>
          </a:xfrm>
          <a:prstGeom prst="rect">
            <a:avLst/>
          </a:prstGeom>
        </p:spPr>
      </p:pic>
      <p:pic>
        <p:nvPicPr>
          <p:cNvPr id="8" name="Image 2"/>
          <p:cNvPicPr>
            <a:picLocks noChangeAspect="1"/>
          </p:cNvPicPr>
          <p:nvPr/>
        </p:nvPicPr>
        <p:blipFill>
          <a:blip r:embed="rId2"/>
          <a:stretch>
            <a:fillRect/>
          </a:stretch>
        </p:blipFill>
        <p:spPr>
          <a:xfrm>
            <a:off x="10361612" y="111790"/>
            <a:ext cx="1536080" cy="1292852"/>
          </a:xfrm>
          <a:prstGeom prst="rect">
            <a:avLst/>
          </a:prstGeom>
        </p:spPr>
      </p:pic>
      <p:sp>
        <p:nvSpPr>
          <p:cNvPr id="12" name="TextBox 11"/>
          <p:cNvSpPr txBox="1"/>
          <p:nvPr/>
        </p:nvSpPr>
        <p:spPr>
          <a:xfrm>
            <a:off x="146685" y="5102860"/>
            <a:ext cx="3947795" cy="1026160"/>
          </a:xfrm>
          <a:prstGeom prst="rect">
            <a:avLst/>
          </a:prstGeom>
          <a:noFill/>
        </p:spPr>
        <p:txBody>
          <a:bodyPr wrap="square">
            <a:noAutofit/>
          </a:bodyPr>
          <a:lstStyle/>
          <a:p>
            <a:pPr>
              <a:lnSpc>
                <a:spcPct val="120000"/>
              </a:lnSpc>
            </a:pPr>
            <a:r>
              <a:rPr lang="en-US" sz="2000" b="1" dirty="0">
                <a:latin typeface="Times New Roman" panose="02020603050405020304" pitchFamily="18" charset="0"/>
                <a:cs typeface="Times New Roman" panose="02020603050405020304" pitchFamily="18" charset="0"/>
              </a:rPr>
              <a:t>GUIDED BY,</a:t>
            </a:r>
            <a:endParaRPr lang="en-US" sz="2000" b="1" dirty="0">
              <a:latin typeface="Times New Roman" panose="02020603050405020304" pitchFamily="18" charset="0"/>
              <a:cs typeface="Times New Roman" panose="02020603050405020304" pitchFamily="18" charset="0"/>
            </a:endParaRPr>
          </a:p>
          <a:p>
            <a:pPr>
              <a:lnSpc>
                <a:spcPct val="120000"/>
              </a:lnSpc>
            </a:pPr>
            <a:r>
              <a:rPr lang="en-US" sz="2000" b="1" dirty="0">
                <a:latin typeface="Times New Roman" panose="02020603050405020304" pitchFamily="18" charset="0"/>
                <a:cs typeface="Times New Roman" panose="02020603050405020304" pitchFamily="18" charset="0"/>
              </a:rPr>
              <a:t>Dr. V. BRINDA.,M.Tech.,Ph.D.,</a:t>
            </a:r>
            <a:endParaRPr lang="en-US" sz="2000" b="1" dirty="0">
              <a:latin typeface="Times New Roman" panose="02020603050405020304" pitchFamily="18" charset="0"/>
              <a:cs typeface="Times New Roman" panose="02020603050405020304" pitchFamily="18" charset="0"/>
            </a:endParaRPr>
          </a:p>
          <a:p>
            <a:pPr>
              <a:lnSpc>
                <a:spcPct val="120000"/>
              </a:lnSpc>
            </a:pPr>
            <a:r>
              <a:rPr lang="en-US" sz="2000" b="1" dirty="0">
                <a:latin typeface="Times New Roman" panose="02020603050405020304" pitchFamily="18" charset="0"/>
                <a:cs typeface="Times New Roman" panose="02020603050405020304" pitchFamily="18" charset="0"/>
              </a:rPr>
              <a:t>ASSISTANT PROFESSOR, ECE</a:t>
            </a:r>
            <a:endParaRPr lang="en-US" sz="2000" b="1"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3" name="Text Box 2"/>
          <p:cNvSpPr txBox="1"/>
          <p:nvPr/>
        </p:nvSpPr>
        <p:spPr>
          <a:xfrm>
            <a:off x="5922645" y="5331460"/>
            <a:ext cx="6936105" cy="1754505"/>
          </a:xfrm>
          <a:prstGeom prst="rect">
            <a:avLst/>
          </a:prstGeom>
          <a:noFill/>
        </p:spPr>
        <p:txBody>
          <a:bodyPr wrap="square" rtlCol="0">
            <a:noAutofit/>
          </a:bodyPr>
          <a:lstStyle/>
          <a:p>
            <a:pPr>
              <a:lnSpc>
                <a:spcPct val="100000"/>
              </a:lnSpc>
            </a:pPr>
            <a:r>
              <a:rPr lang="en-US" b="1" dirty="0">
                <a:latin typeface="Times New Roman" panose="02020603050405020304" pitchFamily="18" charset="0"/>
                <a:cs typeface="Times New Roman" panose="02020603050405020304" pitchFamily="18" charset="0"/>
                <a:sym typeface="+mn-ea"/>
              </a:rPr>
              <a:t>PRESENTED BY,</a:t>
            </a:r>
            <a:endParaRPr lang="en-US" b="1" dirty="0">
              <a:latin typeface="Times New Roman" panose="02020603050405020304" pitchFamily="18" charset="0"/>
              <a:cs typeface="Times New Roman" panose="02020603050405020304" pitchFamily="18" charset="0"/>
            </a:endParaRPr>
          </a:p>
          <a:p>
            <a:pPr marL="0" lvl="1" indent="0" algn="just" defTabSz="914400">
              <a:lnSpc>
                <a:spcPct val="100000"/>
              </a:lnSpc>
              <a:tabLst>
                <a:tab pos="2327910" algn="l"/>
              </a:tabLst>
            </a:pPr>
            <a:r>
              <a:rPr lang="en-US" altLang="en-IN" b="1" dirty="0">
                <a:latin typeface="Times New Roman" panose="02020603050405020304" pitchFamily="18" charset="0"/>
                <a:cs typeface="Times New Roman" panose="02020603050405020304" pitchFamily="18" charset="0"/>
                <a:sym typeface="+mn-ea"/>
              </a:rPr>
              <a:t>SHAHIN ASHIKA K           </a:t>
            </a:r>
            <a:r>
              <a:rPr lang="en-IN" altLang="en-US" b="1" dirty="0">
                <a:latin typeface="Times New Roman" panose="02020603050405020304" pitchFamily="18" charset="0"/>
                <a:cs typeface="Times New Roman" panose="02020603050405020304" pitchFamily="18" charset="0"/>
                <a:sym typeface="+mn-ea"/>
              </a:rPr>
              <a:t> 	-</a:t>
            </a:r>
            <a:r>
              <a:rPr lang="en-US" b="1" dirty="0">
                <a:latin typeface="Times New Roman" panose="02020603050405020304" pitchFamily="18" charset="0"/>
                <a:cs typeface="Times New Roman" panose="02020603050405020304" pitchFamily="18" charset="0"/>
                <a:sym typeface="+mn-ea"/>
              </a:rPr>
              <a:t>   8115U23EC097</a:t>
            </a:r>
            <a:endParaRPr lang="en-US" b="1" dirty="0">
              <a:latin typeface="Times New Roman" panose="02020603050405020304" pitchFamily="18" charset="0"/>
              <a:cs typeface="Times New Roman" panose="02020603050405020304" pitchFamily="18" charset="0"/>
            </a:endParaRPr>
          </a:p>
          <a:p>
            <a:pPr marL="0" lvl="1" indent="0" algn="just" defTabSz="914400">
              <a:lnSpc>
                <a:spcPct val="100000"/>
              </a:lnSpc>
              <a:tabLst>
                <a:tab pos="2327910" algn="l"/>
              </a:tabLst>
            </a:pPr>
            <a:r>
              <a:rPr lang="en-US" altLang="en-IN" b="1" dirty="0">
                <a:latin typeface="Times New Roman" panose="02020603050405020304" pitchFamily="18" charset="0"/>
                <a:cs typeface="Times New Roman" panose="02020603050405020304" pitchFamily="18" charset="0"/>
                <a:sym typeface="+mn-ea"/>
              </a:rPr>
              <a:t>SRI AMIRTHA VARSHINI SV</a:t>
            </a:r>
            <a:r>
              <a:rPr lang="en-IN" altLang="en-US" b="1" dirty="0">
                <a:latin typeface="Times New Roman" panose="02020603050405020304" pitchFamily="18" charset="0"/>
                <a:cs typeface="Times New Roman" panose="02020603050405020304" pitchFamily="18" charset="0"/>
                <a:sym typeface="+mn-ea"/>
              </a:rPr>
              <a:t>	- </a:t>
            </a:r>
            <a:r>
              <a:rPr lang="en-US" b="1" dirty="0">
                <a:latin typeface="Times New Roman" panose="02020603050405020304" pitchFamily="18" charset="0"/>
                <a:cs typeface="Times New Roman" panose="02020603050405020304" pitchFamily="18" charset="0"/>
                <a:sym typeface="+mn-ea"/>
              </a:rPr>
              <a:t>  8115U23EC108</a:t>
            </a:r>
            <a:endParaRPr lang="en-US" b="1" dirty="0">
              <a:latin typeface="Times New Roman" panose="02020603050405020304" pitchFamily="18" charset="0"/>
              <a:cs typeface="Times New Roman" panose="02020603050405020304" pitchFamily="18" charset="0"/>
            </a:endParaRPr>
          </a:p>
          <a:p>
            <a:pPr marL="0" lvl="1" indent="0" algn="just" defTabSz="914400">
              <a:lnSpc>
                <a:spcPct val="100000"/>
              </a:lnSpc>
              <a:tabLst>
                <a:tab pos="2327910" algn="l"/>
              </a:tabLst>
            </a:pPr>
            <a:r>
              <a:rPr lang="en-US" altLang="en-IN" b="1" dirty="0">
                <a:latin typeface="Times New Roman" panose="02020603050405020304" pitchFamily="18" charset="0"/>
                <a:cs typeface="Times New Roman" panose="02020603050405020304" pitchFamily="18" charset="0"/>
                <a:sym typeface="+mn-ea"/>
              </a:rPr>
              <a:t>SRI VIDHYA B</a:t>
            </a:r>
            <a:r>
              <a:rPr lang="en-IN" altLang="en-US" b="1" dirty="0">
                <a:latin typeface="Times New Roman" panose="02020603050405020304" pitchFamily="18" charset="0"/>
                <a:cs typeface="Times New Roman" panose="02020603050405020304" pitchFamily="18" charset="0"/>
                <a:sym typeface="+mn-ea"/>
              </a:rPr>
              <a:t>	</a:t>
            </a:r>
            <a:r>
              <a:rPr lang="en-US" altLang="en-IN" b="1" dirty="0">
                <a:latin typeface="Times New Roman" panose="02020603050405020304" pitchFamily="18" charset="0"/>
                <a:cs typeface="Times New Roman" panose="02020603050405020304" pitchFamily="18" charset="0"/>
                <a:sym typeface="+mn-ea"/>
              </a:rPr>
              <a:t>                       </a:t>
            </a:r>
            <a:r>
              <a:rPr lang="en-IN" altLang="en-US" b="1" dirty="0">
                <a:latin typeface="Times New Roman" panose="02020603050405020304" pitchFamily="18" charset="0"/>
                <a:cs typeface="Times New Roman" panose="02020603050405020304" pitchFamily="18" charset="0"/>
                <a:sym typeface="+mn-ea"/>
              </a:rPr>
              <a:t>-</a:t>
            </a:r>
            <a:r>
              <a:rPr lang="en-US" b="1" dirty="0">
                <a:latin typeface="Times New Roman" panose="02020603050405020304" pitchFamily="18" charset="0"/>
                <a:cs typeface="Times New Roman" panose="02020603050405020304" pitchFamily="18" charset="0"/>
                <a:sym typeface="+mn-ea"/>
              </a:rPr>
              <a:t> </a:t>
            </a:r>
            <a:r>
              <a:rPr lang="en-IN" altLang="en-US" b="1" dirty="0">
                <a:latin typeface="Times New Roman" panose="02020603050405020304" pitchFamily="18" charset="0"/>
                <a:cs typeface="Times New Roman" panose="02020603050405020304" pitchFamily="18" charset="0"/>
                <a:sym typeface="+mn-ea"/>
              </a:rPr>
              <a:t> </a:t>
            </a:r>
            <a:r>
              <a:rPr lang="en-US" b="1" dirty="0">
                <a:latin typeface="Times New Roman" panose="02020603050405020304" pitchFamily="18" charset="0"/>
                <a:cs typeface="Times New Roman" panose="02020603050405020304" pitchFamily="18" charset="0"/>
                <a:sym typeface="+mn-ea"/>
              </a:rPr>
              <a:t> 8115U23EC110</a:t>
            </a:r>
            <a:endParaRPr lang="en-US" b="1" dirty="0">
              <a:latin typeface="Times New Roman" panose="02020603050405020304" pitchFamily="18" charset="0"/>
              <a:cs typeface="Times New Roman" panose="02020603050405020304" pitchFamily="18" charset="0"/>
            </a:endParaRPr>
          </a:p>
        </p:txBody>
      </p:sp>
      <p:sp>
        <p:nvSpPr>
          <p:cNvPr id="9" name="Date Placeholder 3"/>
          <p:cNvSpPr>
            <a:spLocks noGrp="1"/>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IN">
                <a:solidFill>
                  <a:schemeClr val="tx1"/>
                </a:solidFill>
              </a:rPr>
              <a:t>16</a:t>
            </a:r>
            <a:r>
              <a:rPr lang="en-IN" altLang="en-US">
                <a:solidFill>
                  <a:schemeClr val="tx1"/>
                </a:solidFill>
              </a:rPr>
              <a:t>/12/25</a:t>
            </a:r>
            <a:endParaRPr lang="en-IN" altLang="en-US">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ext Box 8"/>
          <p:cNvSpPr txBox="1"/>
          <p:nvPr/>
        </p:nvSpPr>
        <p:spPr>
          <a:xfrm>
            <a:off x="4158615" y="270510"/>
            <a:ext cx="4169410" cy="829945"/>
          </a:xfrm>
          <a:prstGeom prst="rect">
            <a:avLst/>
          </a:prstGeom>
          <a:noFill/>
        </p:spPr>
        <p:txBody>
          <a:bodyPr wrap="square" rtlCol="0" anchor="t">
            <a:spAutoFit/>
          </a:bodyPr>
          <a:lstStyle/>
          <a:p>
            <a:r>
              <a:rPr lang="en-US" sz="4800" b="1" dirty="0">
                <a:latin typeface="Times New Roman" panose="02020603050405020304" pitchFamily="18" charset="0"/>
                <a:cs typeface="Times New Roman" panose="02020603050405020304" pitchFamily="18" charset="0"/>
                <a:sym typeface="+mn-ea"/>
              </a:rPr>
              <a:t>CONTENTS</a:t>
            </a:r>
            <a:endParaRPr lang="en-US" sz="4800" b="1" dirty="0">
              <a:latin typeface="Times New Roman" panose="02020603050405020304" pitchFamily="18" charset="0"/>
              <a:cs typeface="Times New Roman" panose="02020603050405020304" pitchFamily="18" charset="0"/>
              <a:sym typeface="+mn-ea"/>
            </a:endParaRPr>
          </a:p>
        </p:txBody>
      </p:sp>
      <p:sp>
        <p:nvSpPr>
          <p:cNvPr id="10" name="Text Box 9"/>
          <p:cNvSpPr txBox="1"/>
          <p:nvPr/>
        </p:nvSpPr>
        <p:spPr>
          <a:xfrm>
            <a:off x="1009650" y="1721485"/>
            <a:ext cx="4741545" cy="4407535"/>
          </a:xfrm>
          <a:prstGeom prst="rect">
            <a:avLst/>
          </a:prstGeom>
          <a:noFill/>
        </p:spPr>
        <p:txBody>
          <a:bodyPr wrap="square" rtlCol="0">
            <a:spAutoFit/>
          </a:bodyPr>
          <a:lstStyle/>
          <a:p>
            <a:pPr marL="285750" indent="-285750">
              <a:lnSpc>
                <a:spcPct val="130000"/>
              </a:lnSpc>
              <a:buFont typeface="Wingdings" panose="05000000000000000000" charset="0"/>
              <a:buChar char="Ø"/>
            </a:pPr>
            <a:r>
              <a:rPr lang="en-US" sz="2400">
                <a:latin typeface="Times New Roman" panose="02020603050405020304" pitchFamily="18" charset="0"/>
                <a:cs typeface="Times New Roman" panose="02020603050405020304" pitchFamily="18" charset="0"/>
              </a:rPr>
              <a:t>Introduction</a:t>
            </a:r>
            <a:endParaRPr lang="en-US" sz="2400">
              <a:latin typeface="Times New Roman" panose="02020603050405020304" pitchFamily="18" charset="0"/>
              <a:cs typeface="Times New Roman" panose="02020603050405020304" pitchFamily="18" charset="0"/>
            </a:endParaRPr>
          </a:p>
          <a:p>
            <a:pPr marL="285750" indent="-285750">
              <a:lnSpc>
                <a:spcPct val="130000"/>
              </a:lnSpc>
              <a:buFont typeface="Wingdings" panose="05000000000000000000" charset="0"/>
              <a:buChar char="Ø"/>
            </a:pPr>
            <a:r>
              <a:rPr lang="en-US" sz="2400">
                <a:latin typeface="Times New Roman" panose="02020603050405020304" pitchFamily="18" charset="0"/>
                <a:cs typeface="Times New Roman" panose="02020603050405020304" pitchFamily="18" charset="0"/>
              </a:rPr>
              <a:t>Objective</a:t>
            </a:r>
            <a:endParaRPr lang="en-US" sz="2400">
              <a:latin typeface="Times New Roman" panose="02020603050405020304" pitchFamily="18" charset="0"/>
              <a:cs typeface="Times New Roman" panose="02020603050405020304" pitchFamily="18" charset="0"/>
            </a:endParaRPr>
          </a:p>
          <a:p>
            <a:pPr marL="285750" indent="-285750">
              <a:lnSpc>
                <a:spcPct val="130000"/>
              </a:lnSpc>
              <a:buFont typeface="Wingdings" panose="05000000000000000000" charset="0"/>
              <a:buChar char="Ø"/>
            </a:pPr>
            <a:r>
              <a:rPr lang="en-US" sz="2400">
                <a:latin typeface="Times New Roman" panose="02020603050405020304" pitchFamily="18" charset="0"/>
                <a:cs typeface="Times New Roman" panose="02020603050405020304" pitchFamily="18" charset="0"/>
              </a:rPr>
              <a:t>Proposed system</a:t>
            </a:r>
            <a:endParaRPr lang="en-US" sz="2400">
              <a:latin typeface="Times New Roman" panose="02020603050405020304" pitchFamily="18" charset="0"/>
              <a:cs typeface="Times New Roman" panose="02020603050405020304" pitchFamily="18" charset="0"/>
            </a:endParaRPr>
          </a:p>
          <a:p>
            <a:pPr marL="285750" indent="-285750">
              <a:lnSpc>
                <a:spcPct val="130000"/>
              </a:lnSpc>
              <a:buFont typeface="Wingdings" panose="05000000000000000000" charset="0"/>
              <a:buChar char="Ø"/>
            </a:pPr>
            <a:r>
              <a:rPr lang="en-US" sz="2400">
                <a:latin typeface="Times New Roman" panose="02020603050405020304" pitchFamily="18" charset="0"/>
                <a:cs typeface="Times New Roman" panose="02020603050405020304" pitchFamily="18" charset="0"/>
              </a:rPr>
              <a:t>Components and Cost estimation</a:t>
            </a:r>
            <a:endParaRPr lang="en-US" sz="2400">
              <a:latin typeface="Times New Roman" panose="02020603050405020304" pitchFamily="18" charset="0"/>
              <a:cs typeface="Times New Roman" panose="02020603050405020304" pitchFamily="18" charset="0"/>
            </a:endParaRPr>
          </a:p>
          <a:p>
            <a:pPr marL="285750" indent="-285750">
              <a:lnSpc>
                <a:spcPct val="130000"/>
              </a:lnSpc>
              <a:buFont typeface="Wingdings" panose="05000000000000000000" charset="0"/>
              <a:buChar char="Ø"/>
            </a:pPr>
            <a:r>
              <a:rPr lang="en-US" sz="2400">
                <a:latin typeface="Times New Roman" panose="02020603050405020304" pitchFamily="18" charset="0"/>
                <a:cs typeface="Times New Roman" panose="02020603050405020304" pitchFamily="18" charset="0"/>
              </a:rPr>
              <a:t>Block diagram</a:t>
            </a:r>
            <a:endParaRPr lang="en-US" sz="2400">
              <a:latin typeface="Times New Roman" panose="02020603050405020304" pitchFamily="18" charset="0"/>
              <a:cs typeface="Times New Roman" panose="02020603050405020304" pitchFamily="18" charset="0"/>
            </a:endParaRPr>
          </a:p>
          <a:p>
            <a:pPr marL="285750" indent="-285750">
              <a:lnSpc>
                <a:spcPct val="130000"/>
              </a:lnSpc>
              <a:buFont typeface="Wingdings" panose="05000000000000000000" charset="0"/>
              <a:buChar char="Ø"/>
            </a:pPr>
            <a:r>
              <a:rPr lang="en-US" sz="2400">
                <a:latin typeface="Times New Roman" panose="02020603050405020304" pitchFamily="18" charset="0"/>
                <a:cs typeface="Times New Roman" panose="02020603050405020304" pitchFamily="18" charset="0"/>
              </a:rPr>
              <a:t>Circuit Diagram</a:t>
            </a:r>
            <a:endParaRPr lang="en-US" sz="2400">
              <a:latin typeface="Times New Roman" panose="02020603050405020304" pitchFamily="18" charset="0"/>
              <a:cs typeface="Times New Roman" panose="02020603050405020304" pitchFamily="18" charset="0"/>
            </a:endParaRPr>
          </a:p>
          <a:p>
            <a:pPr marL="285750" indent="-285750">
              <a:lnSpc>
                <a:spcPct val="130000"/>
              </a:lnSpc>
              <a:buFont typeface="Wingdings" panose="05000000000000000000" charset="0"/>
              <a:buChar char="Ø"/>
            </a:pPr>
            <a:r>
              <a:rPr lang="en-US" sz="2400">
                <a:latin typeface="Times New Roman" panose="02020603050405020304" pitchFamily="18" charset="0"/>
                <a:cs typeface="Times New Roman" panose="02020603050405020304" pitchFamily="18" charset="0"/>
              </a:rPr>
              <a:t>Working principle</a:t>
            </a:r>
            <a:endParaRPr lang="en-US" sz="2400">
              <a:latin typeface="Times New Roman" panose="02020603050405020304" pitchFamily="18" charset="0"/>
              <a:cs typeface="Times New Roman" panose="02020603050405020304" pitchFamily="18" charset="0"/>
            </a:endParaRPr>
          </a:p>
          <a:p>
            <a:pPr marL="285750" indent="-285750">
              <a:lnSpc>
                <a:spcPct val="130000"/>
              </a:lnSpc>
              <a:buFont typeface="Wingdings" panose="05000000000000000000" charset="0"/>
              <a:buChar char="Ø"/>
            </a:pPr>
            <a:r>
              <a:rPr lang="en-US" sz="2400">
                <a:latin typeface="Times New Roman" panose="02020603050405020304" pitchFamily="18" charset="0"/>
                <a:cs typeface="Times New Roman" panose="02020603050405020304" pitchFamily="18" charset="0"/>
              </a:rPr>
              <a:t>Components Explanation</a:t>
            </a:r>
            <a:endParaRPr lang="en-US" sz="2400">
              <a:latin typeface="Times New Roman" panose="02020603050405020304" pitchFamily="18" charset="0"/>
              <a:cs typeface="Times New Roman" panose="02020603050405020304" pitchFamily="18" charset="0"/>
            </a:endParaRPr>
          </a:p>
          <a:p>
            <a:pPr marL="285750" indent="-285750">
              <a:lnSpc>
                <a:spcPct val="130000"/>
              </a:lnSpc>
              <a:buFont typeface="Wingdings" panose="05000000000000000000" charset="0"/>
              <a:buChar char="Ø"/>
            </a:pPr>
            <a:endParaRPr lang="en-US" sz="2400">
              <a:latin typeface="Times New Roman" panose="02020603050405020304" pitchFamily="18" charset="0"/>
              <a:cs typeface="Times New Roman" panose="02020603050405020304" pitchFamily="18" charset="0"/>
            </a:endParaRPr>
          </a:p>
        </p:txBody>
      </p:sp>
      <p:sp>
        <p:nvSpPr>
          <p:cNvPr id="12" name="Text Box 11"/>
          <p:cNvSpPr txBox="1"/>
          <p:nvPr/>
        </p:nvSpPr>
        <p:spPr>
          <a:xfrm>
            <a:off x="6791325" y="1721485"/>
            <a:ext cx="5019675" cy="4866005"/>
          </a:xfrm>
          <a:prstGeom prst="rect">
            <a:avLst/>
          </a:prstGeom>
          <a:noFill/>
        </p:spPr>
        <p:txBody>
          <a:bodyPr wrap="square" rtlCol="0">
            <a:noAutofit/>
          </a:bodyPr>
          <a:lstStyle/>
          <a:p>
            <a:pPr marL="342900" indent="-342900">
              <a:lnSpc>
                <a:spcPct val="13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sym typeface="+mn-ea"/>
              </a:rPr>
              <a:t>Output</a:t>
            </a:r>
            <a:endParaRPr lang="en-US" sz="2400" dirty="0">
              <a:latin typeface="Times New Roman" panose="02020603050405020304" pitchFamily="18" charset="0"/>
              <a:cs typeface="Times New Roman" panose="02020603050405020304" pitchFamily="18" charset="0"/>
            </a:endParaRPr>
          </a:p>
          <a:p>
            <a:pPr marL="285750" indent="-285750">
              <a:lnSpc>
                <a:spcPct val="130000"/>
              </a:lnSpc>
              <a:buFont typeface="Wingdings" panose="05000000000000000000" charset="0"/>
              <a:buChar char="Ø"/>
            </a:pPr>
            <a:r>
              <a:rPr lang="en-US" sz="2400" dirty="0">
                <a:latin typeface="Times New Roman" panose="02020603050405020304" pitchFamily="18" charset="0"/>
                <a:cs typeface="Times New Roman" panose="02020603050405020304" pitchFamily="18" charset="0"/>
                <a:sym typeface="+mn-ea"/>
              </a:rPr>
              <a:t>Result and Discussion</a:t>
            </a:r>
            <a:endParaRPr lang="en-US" sz="2400" dirty="0">
              <a:latin typeface="Times New Roman" panose="02020603050405020304" pitchFamily="18" charset="0"/>
              <a:cs typeface="Times New Roman" panose="02020603050405020304" pitchFamily="18" charset="0"/>
            </a:endParaRPr>
          </a:p>
          <a:p>
            <a:pPr marL="285750" indent="-285750">
              <a:lnSpc>
                <a:spcPct val="130000"/>
              </a:lnSpc>
              <a:buFont typeface="Wingdings" panose="05000000000000000000" charset="0"/>
              <a:buChar char="Ø"/>
            </a:pPr>
            <a:r>
              <a:rPr lang="en-US" sz="2400" dirty="0">
                <a:latin typeface="Times New Roman" panose="02020603050405020304" pitchFamily="18" charset="0"/>
                <a:cs typeface="Times New Roman" panose="02020603050405020304" pitchFamily="18" charset="0"/>
                <a:sym typeface="+mn-ea"/>
              </a:rPr>
              <a:t>Future Enhancements</a:t>
            </a:r>
            <a:endParaRPr lang="en-US" sz="2400" dirty="0">
              <a:latin typeface="Times New Roman" panose="02020603050405020304" pitchFamily="18" charset="0"/>
              <a:cs typeface="Times New Roman" panose="02020603050405020304" pitchFamily="18" charset="0"/>
            </a:endParaRPr>
          </a:p>
          <a:p>
            <a:pPr marL="285750" indent="-285750">
              <a:lnSpc>
                <a:spcPct val="130000"/>
              </a:lnSpc>
              <a:buFont typeface="Wingdings" panose="05000000000000000000" charset="0"/>
              <a:buChar char="Ø"/>
            </a:pPr>
            <a:r>
              <a:rPr lang="en-US" sz="2400" dirty="0">
                <a:latin typeface="Times New Roman" panose="02020603050405020304" pitchFamily="18" charset="0"/>
                <a:cs typeface="Times New Roman" panose="02020603050405020304" pitchFamily="18" charset="0"/>
                <a:sym typeface="+mn-ea"/>
              </a:rPr>
              <a:t>Applications</a:t>
            </a:r>
            <a:endParaRPr lang="en-US" sz="2400" dirty="0">
              <a:latin typeface="Times New Roman" panose="02020603050405020304" pitchFamily="18" charset="0"/>
              <a:cs typeface="Times New Roman" panose="02020603050405020304" pitchFamily="18" charset="0"/>
            </a:endParaRPr>
          </a:p>
          <a:p>
            <a:pPr marL="285750" indent="-285750">
              <a:lnSpc>
                <a:spcPct val="130000"/>
              </a:lnSpc>
              <a:buFont typeface="Wingdings" panose="05000000000000000000" charset="0"/>
              <a:buChar char="Ø"/>
            </a:pPr>
            <a:r>
              <a:rPr lang="en-US" sz="2400" dirty="0">
                <a:latin typeface="Times New Roman" panose="02020603050405020304" pitchFamily="18" charset="0"/>
                <a:cs typeface="Times New Roman" panose="02020603050405020304" pitchFamily="18" charset="0"/>
                <a:sym typeface="+mn-ea"/>
              </a:rPr>
              <a:t>Conclusion</a:t>
            </a:r>
            <a:endParaRPr lang="en-US" sz="2400" dirty="0">
              <a:latin typeface="Times New Roman" panose="02020603050405020304" pitchFamily="18" charset="0"/>
              <a:cs typeface="Times New Roman" panose="02020603050405020304" pitchFamily="18" charset="0"/>
            </a:endParaRPr>
          </a:p>
          <a:p>
            <a:pPr marL="285750" indent="-285750">
              <a:lnSpc>
                <a:spcPct val="130000"/>
              </a:lnSpc>
              <a:buFont typeface="Wingdings" panose="05000000000000000000" charset="0"/>
              <a:buChar char="Ø"/>
            </a:pPr>
            <a:r>
              <a:rPr lang="en-US" sz="2400" dirty="0">
                <a:latin typeface="Times New Roman" panose="02020603050405020304" pitchFamily="18" charset="0"/>
                <a:cs typeface="Times New Roman" panose="02020603050405020304" pitchFamily="18" charset="0"/>
                <a:sym typeface="+mn-ea"/>
              </a:rPr>
              <a:t>References</a:t>
            </a:r>
            <a:endParaRPr lang="en-US" sz="2400" dirty="0">
              <a:latin typeface="Times New Roman" panose="02020603050405020304" pitchFamily="18" charset="0"/>
              <a:cs typeface="Times New Roman" panose="02020603050405020304" pitchFamily="18" charset="0"/>
              <a:sym typeface="+mn-ea"/>
            </a:endParaRPr>
          </a:p>
        </p:txBody>
      </p:sp>
      <p:sp>
        <p:nvSpPr>
          <p:cNvPr id="2" name="Date Placeholder 3"/>
          <p:cNvSpPr>
            <a:spLocks noGrp="1"/>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IN">
                <a:solidFill>
                  <a:schemeClr val="tx1"/>
                </a:solidFill>
              </a:rPr>
              <a:t>16</a:t>
            </a:r>
            <a:r>
              <a:rPr lang="en-IN" altLang="en-US">
                <a:solidFill>
                  <a:schemeClr val="tx1"/>
                </a:solidFill>
              </a:rPr>
              <a:t>/12/25</a:t>
            </a:r>
            <a:endParaRPr lang="en-IN" altLang="en-US">
              <a:solidFill>
                <a:schemeClr val="tx1"/>
              </a:solidFill>
            </a:endParaRPr>
          </a:p>
        </p:txBody>
      </p:sp>
      <p:sp>
        <p:nvSpPr>
          <p:cNvPr id="5" name="Slide Number Placeholder 4"/>
          <p:cNvSpPr>
            <a:spLocks noGrp="1"/>
          </p:cNvSpPr>
          <p:nvPr>
            <p:ph type="sldNum" sz="quarter" idx="12"/>
          </p:nvPr>
        </p:nvSpPr>
        <p:spPr>
          <a:xfrm>
            <a:off x="11811000" y="6721475"/>
            <a:ext cx="1981200" cy="136524"/>
          </a:xfrm>
        </p:spPr>
        <p:txBody>
          <a:bodyPr/>
          <a:lstStyle/>
          <a:p>
            <a:fld id="{294A09A9-5501-47C1-A89A-A340965A2BE2}" type="slidenum">
              <a:rPr lang="en-US" smtClean="0"/>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983615" y="1514293"/>
            <a:ext cx="10232390"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indent="0" algn="just" defTabSz="914400" rtl="0" eaLnBrk="0" fontAlgn="base" latinLnBrk="0" hangingPunct="0">
              <a:lnSpc>
                <a:spcPct val="150000"/>
              </a:lnSpc>
              <a:spcBef>
                <a:spcPct val="0"/>
              </a:spcBef>
              <a:spcAft>
                <a:spcPct val="0"/>
              </a:spcAft>
              <a:buClrTx/>
              <a:buSzTx/>
              <a:buNone/>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presents an Underground Cable Fault Detection System designed to identify and locate faults in underground power cables efficiently. The system continuously monitors voltage variations using sensors and a microcontroller to detect fault conditions. Upon fault occurrence, the approximate distance of the fault is calculated, enabling quick and accurate maintenance. An IoT module is integrated to provide real-time alerts and remote monitoring. The automated approach eliminates the need for manual inspection, improving safety and reliability. Experimental results demonstrate accurate fault detection with minimal response time. The system reduces downtime, maintenance cost, and manpower requirements. Overall, the proposed system offers a smart, cost-effective, and scalable solution for modern power distribution networks.</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Text Box 8"/>
          <p:cNvSpPr txBox="1"/>
          <p:nvPr/>
        </p:nvSpPr>
        <p:spPr>
          <a:xfrm>
            <a:off x="4158615" y="270510"/>
            <a:ext cx="4169410" cy="829945"/>
          </a:xfrm>
          <a:prstGeom prst="rect">
            <a:avLst/>
          </a:prstGeom>
          <a:noFill/>
        </p:spPr>
        <p:txBody>
          <a:bodyPr wrap="square" rtlCol="0" anchor="t">
            <a:spAutoFit/>
          </a:bodyPr>
          <a:lstStyle/>
          <a:p>
            <a:r>
              <a:rPr lang="en-US" sz="4800" b="1" dirty="0">
                <a:latin typeface="Times New Roman" panose="02020603050405020304" pitchFamily="18" charset="0"/>
                <a:cs typeface="Times New Roman" panose="02020603050405020304" pitchFamily="18" charset="0"/>
                <a:sym typeface="+mn-ea"/>
              </a:rPr>
              <a:t>ABSTRACT</a:t>
            </a:r>
            <a:endParaRPr lang="en-US" sz="4800" b="1" dirty="0">
              <a:latin typeface="Times New Roman" panose="02020603050405020304" pitchFamily="18" charset="0"/>
              <a:cs typeface="Times New Roman" panose="02020603050405020304" pitchFamily="18" charset="0"/>
              <a:sym typeface="+mn-ea"/>
            </a:endParaRPr>
          </a:p>
        </p:txBody>
      </p:sp>
      <p:sp>
        <p:nvSpPr>
          <p:cNvPr id="2" name="Date Placeholder 3"/>
          <p:cNvSpPr>
            <a:spLocks noGrp="1"/>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IN">
                <a:solidFill>
                  <a:schemeClr val="tx1"/>
                </a:solidFill>
              </a:rPr>
              <a:t>16</a:t>
            </a:r>
            <a:r>
              <a:rPr lang="en-IN" altLang="en-US">
                <a:solidFill>
                  <a:schemeClr val="tx1"/>
                </a:solidFill>
              </a:rPr>
              <a:t>/12/25</a:t>
            </a:r>
            <a:endParaRPr lang="en-IN" altLang="en-US">
              <a:solidFill>
                <a:schemeClr val="tx1"/>
              </a:solidFill>
            </a:endParaRPr>
          </a:p>
        </p:txBody>
      </p:sp>
      <p:sp>
        <p:nvSpPr>
          <p:cNvPr id="7" name="Slide Number Placeholder 4"/>
          <p:cNvSpPr>
            <a:spLocks noGrp="1"/>
          </p:cNvSpPr>
          <p:nvPr/>
        </p:nvSpPr>
        <p:spPr>
          <a:xfrm>
            <a:off x="9677400" y="6006546"/>
            <a:ext cx="4114800" cy="851453"/>
          </a:xfrm>
          <a:prstGeom prst="rect">
            <a:avLst/>
          </a:prstGeom>
        </p:spPr>
        <p:txBody>
          <a:bodyPr vert="horz" lIns="91440" tIns="45720" rIns="91440" bIns="45720" rtlCol="0" anchor="ctr">
            <a:noAutofit/>
          </a:bodyPr>
          <a:lstStyle>
            <a:defPPr>
              <a:defRPr lang="en-US"/>
            </a:defPPr>
            <a:lvl1pPr marL="0" algn="ctr" defTabSz="914400" rtl="0" eaLnBrk="1" latinLnBrk="0" hangingPunct="1">
              <a:defRPr sz="1200" b="1" i="0" kern="1200" spc="200" baseline="0">
                <a:solidFill>
                  <a:schemeClr val="tx1"/>
                </a:solidFill>
                <a:latin typeface="+mn-lt"/>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4A09A9-5501-47C1-A89A-A340965A2BE2}" type="slidenum">
              <a:rPr lang="en-US" smtClean="0"/>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Box 3"/>
          <p:cNvSpPr txBox="1"/>
          <p:nvPr/>
        </p:nvSpPr>
        <p:spPr>
          <a:xfrm>
            <a:off x="3823970" y="490855"/>
            <a:ext cx="5356225" cy="829945"/>
          </a:xfrm>
          <a:prstGeom prst="rect">
            <a:avLst/>
          </a:prstGeom>
          <a:noFill/>
        </p:spPr>
        <p:txBody>
          <a:bodyPr wrap="square" rtlCol="0">
            <a:spAutoFit/>
          </a:bodyPr>
          <a:lstStyle/>
          <a:p>
            <a:r>
              <a:rPr lang="en-US" sz="4800" b="1">
                <a:latin typeface="Times New Roman" panose="02020603050405020304" pitchFamily="18" charset="0"/>
                <a:cs typeface="Times New Roman" panose="02020603050405020304" pitchFamily="18" charset="0"/>
              </a:rPr>
              <a:t>INTRODUCTION</a:t>
            </a:r>
            <a:endParaRPr lang="en-US" sz="4800" b="1">
              <a:latin typeface="Times New Roman" panose="02020603050405020304" pitchFamily="18" charset="0"/>
              <a:cs typeface="Times New Roman" panose="02020603050405020304" pitchFamily="18" charset="0"/>
            </a:endParaRPr>
          </a:p>
        </p:txBody>
      </p:sp>
      <p:sp>
        <p:nvSpPr>
          <p:cNvPr id="5" name="Text Box 4"/>
          <p:cNvSpPr txBox="1"/>
          <p:nvPr/>
        </p:nvSpPr>
        <p:spPr>
          <a:xfrm>
            <a:off x="1238250" y="1842135"/>
            <a:ext cx="10169525" cy="2861310"/>
          </a:xfrm>
          <a:prstGeom prst="rect">
            <a:avLst/>
          </a:prstGeom>
          <a:noFill/>
        </p:spPr>
        <p:txBody>
          <a:bodyPr wrap="square" rtlCol="0">
            <a:spAutoFit/>
          </a:bodyPr>
          <a:lstStyle/>
          <a:p>
            <a:pPr indent="0" algn="just">
              <a:lnSpc>
                <a:spcPct val="150000"/>
              </a:lnSpc>
              <a:buNone/>
            </a:pPr>
            <a:r>
              <a:rPr lang="en-US" altLang="en-US" sz="2000" dirty="0">
                <a:latin typeface="Times New Roman" panose="02020603050405020304" pitchFamily="18" charset="0"/>
                <a:cs typeface="Times New Roman" panose="02020603050405020304" pitchFamily="18" charset="0"/>
              </a:rPr>
              <a:t>Underground power cables are widely used due to their safety, reliability, and reduced environmental impact. However, locating faults in underground cables is difficult and time-consuming using traditional methods. This project introduces an Underground Cable Fault Detection System to overcome these challenges. The system detects faults by monitoring voltage variations along the cable. It helps in quickly identifying fault locations, reducing downtime and maintenance effort.</a:t>
            </a:r>
            <a:endParaRPr lang="en-US" altLang="en-US" sz="2000" dirty="0">
              <a:latin typeface="Times New Roman" panose="02020603050405020304" pitchFamily="18" charset="0"/>
              <a:cs typeface="Times New Roman" panose="02020603050405020304" pitchFamily="18" charset="0"/>
            </a:endParaRPr>
          </a:p>
        </p:txBody>
      </p:sp>
      <p:sp>
        <p:nvSpPr>
          <p:cNvPr id="9" name="Date Placeholder 3"/>
          <p:cNvSpPr>
            <a:spLocks noGrp="1"/>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IN">
                <a:solidFill>
                  <a:schemeClr val="tx1"/>
                </a:solidFill>
              </a:rPr>
              <a:t>16</a:t>
            </a:r>
            <a:r>
              <a:rPr lang="en-IN" altLang="en-US">
                <a:solidFill>
                  <a:schemeClr val="tx1"/>
                </a:solidFill>
              </a:rPr>
              <a:t>/12/25</a:t>
            </a:r>
            <a:endParaRPr lang="en-IN" altLang="en-US">
              <a:solidFill>
                <a:schemeClr val="tx1"/>
              </a:solidFill>
            </a:endParaRPr>
          </a:p>
        </p:txBody>
      </p:sp>
      <p:sp>
        <p:nvSpPr>
          <p:cNvPr id="7" name="Slide Number Placeholder 6"/>
          <p:cNvSpPr>
            <a:spLocks noGrp="1"/>
          </p:cNvSpPr>
          <p:nvPr>
            <p:ph type="sldNum" sz="quarter" idx="12"/>
          </p:nvPr>
        </p:nvSpPr>
        <p:spPr>
          <a:xfrm>
            <a:off x="9677400" y="6006546"/>
            <a:ext cx="4114800" cy="851453"/>
          </a:xfrm>
        </p:spPr>
        <p:txBody>
          <a:bodyPr/>
          <a:lstStyle/>
          <a:p>
            <a:fld id="{294A09A9-5501-47C1-A89A-A340965A2BE2}" type="slidenum">
              <a:rPr lang="en-US" smtClean="0"/>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Box 3"/>
          <p:cNvSpPr txBox="1"/>
          <p:nvPr/>
        </p:nvSpPr>
        <p:spPr>
          <a:xfrm>
            <a:off x="2560320" y="399415"/>
            <a:ext cx="7071360" cy="829945"/>
          </a:xfrm>
          <a:prstGeom prst="rect">
            <a:avLst/>
          </a:prstGeom>
          <a:noFill/>
        </p:spPr>
        <p:txBody>
          <a:bodyPr wrap="square" rtlCol="0">
            <a:spAutoFit/>
          </a:bodyPr>
          <a:lstStyle/>
          <a:p>
            <a:pPr algn="ctr"/>
            <a:r>
              <a:rPr lang="en-US" sz="4800" b="1" dirty="0">
                <a:latin typeface="Times New Roman" panose="02020603050405020304" pitchFamily="18" charset="0"/>
                <a:cs typeface="Times New Roman" panose="02020603050405020304" pitchFamily="18" charset="0"/>
              </a:rPr>
              <a:t>PROPOSED SYSTEM</a:t>
            </a:r>
            <a:endParaRPr lang="en-US" sz="4800" b="1" dirty="0">
              <a:latin typeface="Times New Roman" panose="02020603050405020304" pitchFamily="18" charset="0"/>
              <a:cs typeface="Times New Roman" panose="02020603050405020304" pitchFamily="18" charset="0"/>
            </a:endParaRPr>
          </a:p>
        </p:txBody>
      </p:sp>
      <p:sp>
        <p:nvSpPr>
          <p:cNvPr id="5" name="Text Box 4"/>
          <p:cNvSpPr txBox="1"/>
          <p:nvPr/>
        </p:nvSpPr>
        <p:spPr>
          <a:xfrm>
            <a:off x="1066050" y="1536528"/>
            <a:ext cx="9666605" cy="3784600"/>
          </a:xfrm>
          <a:prstGeom prst="rect">
            <a:avLst/>
          </a:prstGeom>
          <a:noFill/>
        </p:spPr>
        <p:txBody>
          <a:bodyPr wrap="square" rtlCol="0">
            <a:spAutoFit/>
          </a:bodyPr>
          <a:lstStyle/>
          <a:p>
            <a:pPr indent="0" algn="just">
              <a:lnSpc>
                <a:spcPct val="150000"/>
              </a:lnSpc>
              <a:buNone/>
            </a:pPr>
            <a:r>
              <a:rPr lang="en-US" altLang="en-US" sz="2000" dirty="0">
                <a:latin typeface="Times New Roman" panose="02020603050405020304" pitchFamily="18" charset="0"/>
                <a:cs typeface="Times New Roman" panose="02020603050405020304" pitchFamily="18" charset="0"/>
              </a:rPr>
              <a:t>The proposed system provides an automated solution for detecting faults in underground power cables. It continuously monitors voltage levels along the cable using sensing circuits. A microcontroller analyzes the voltage variations to accurately identify different types of faults. Once a fault is detected, the system calculates the approximate distance of the fault from the source end. An IoT module is integrated to transmit real-time fault alerts to a remote monitoring platform. The system displays fault status and distance information for quick maintenance decisions. This approach reduces downtime, enhances safety, and improves the overall reliability of underground power distribution networks.</a:t>
            </a:r>
            <a:endParaRPr lang="en-US" altLang="en-US" sz="2000" dirty="0">
              <a:latin typeface="Times New Roman" panose="02020603050405020304" pitchFamily="18" charset="0"/>
              <a:cs typeface="Times New Roman" panose="02020603050405020304" pitchFamily="18" charset="0"/>
            </a:endParaRPr>
          </a:p>
        </p:txBody>
      </p:sp>
      <p:sp>
        <p:nvSpPr>
          <p:cNvPr id="9" name="Date Placeholder 3"/>
          <p:cNvSpPr>
            <a:spLocks noGrp="1"/>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IN">
                <a:solidFill>
                  <a:schemeClr val="tx1"/>
                </a:solidFill>
              </a:rPr>
              <a:t>16</a:t>
            </a:r>
            <a:r>
              <a:rPr lang="en-IN" altLang="en-US">
                <a:solidFill>
                  <a:schemeClr val="tx1"/>
                </a:solidFill>
              </a:rPr>
              <a:t>/12/25</a:t>
            </a:r>
            <a:endParaRPr lang="en-IN" altLang="en-US">
              <a:solidFill>
                <a:schemeClr val="tx1"/>
              </a:solidFill>
            </a:endParaRPr>
          </a:p>
        </p:txBody>
      </p:sp>
      <p:sp>
        <p:nvSpPr>
          <p:cNvPr id="8" name="Slide Number Placeholder 7"/>
          <p:cNvSpPr>
            <a:spLocks noGrp="1"/>
          </p:cNvSpPr>
          <p:nvPr>
            <p:ph type="sldNum" sz="quarter" idx="12"/>
          </p:nvPr>
        </p:nvSpPr>
        <p:spPr>
          <a:xfrm>
            <a:off x="9677400" y="6006546"/>
            <a:ext cx="4114800" cy="851453"/>
          </a:xfrm>
        </p:spPr>
        <p:txBody>
          <a:bodyPr/>
          <a:lstStyle/>
          <a:p>
            <a:fld id="{294A09A9-5501-47C1-A89A-A340965A2BE2}" type="slidenum">
              <a:rPr lang="en-US" smtClean="0"/>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Box 3"/>
          <p:cNvSpPr txBox="1"/>
          <p:nvPr/>
        </p:nvSpPr>
        <p:spPr>
          <a:xfrm>
            <a:off x="153035" y="200660"/>
            <a:ext cx="12708255" cy="829945"/>
          </a:xfrm>
          <a:prstGeom prst="rect">
            <a:avLst/>
          </a:prstGeom>
          <a:noFill/>
        </p:spPr>
        <p:txBody>
          <a:bodyPr wrap="square" rtlCol="0">
            <a:spAutoFit/>
          </a:bodyPr>
          <a:lstStyle/>
          <a:p>
            <a:r>
              <a:rPr lang="en-US" sz="4800" b="1" dirty="0">
                <a:latin typeface="Times New Roman" panose="02020603050405020304" pitchFamily="18" charset="0"/>
                <a:cs typeface="Times New Roman" panose="02020603050405020304" pitchFamily="18" charset="0"/>
              </a:rPr>
              <a:t>COMPONENTS  AND COST ESTIMATION</a:t>
            </a:r>
            <a:endParaRPr lang="en-US" sz="4800" b="1" dirty="0">
              <a:latin typeface="Times New Roman" panose="02020603050405020304" pitchFamily="18" charset="0"/>
              <a:cs typeface="Times New Roman" panose="02020603050405020304" pitchFamily="18" charset="0"/>
            </a:endParaRPr>
          </a:p>
        </p:txBody>
      </p:sp>
      <p:sp>
        <p:nvSpPr>
          <p:cNvPr id="9" name="Date Placeholder 3"/>
          <p:cNvSpPr>
            <a:spLocks noGrp="1"/>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IN">
                <a:solidFill>
                  <a:schemeClr val="tx1"/>
                </a:solidFill>
              </a:rPr>
              <a:t>16</a:t>
            </a:r>
            <a:r>
              <a:rPr lang="en-IN" altLang="en-US">
                <a:solidFill>
                  <a:schemeClr val="tx1"/>
                </a:solidFill>
              </a:rPr>
              <a:t>/12/25</a:t>
            </a:r>
            <a:endParaRPr lang="en-IN" altLang="en-US">
              <a:solidFill>
                <a:schemeClr val="tx1"/>
              </a:solidFill>
            </a:endParaRPr>
          </a:p>
        </p:txBody>
      </p:sp>
      <p:sp>
        <p:nvSpPr>
          <p:cNvPr id="5" name="Slide Number Placeholder 4"/>
          <p:cNvSpPr>
            <a:spLocks noGrp="1"/>
          </p:cNvSpPr>
          <p:nvPr>
            <p:ph type="sldNum" sz="quarter" idx="12"/>
          </p:nvPr>
        </p:nvSpPr>
        <p:spPr>
          <a:xfrm>
            <a:off x="9677400" y="6006546"/>
            <a:ext cx="4114800" cy="851453"/>
          </a:xfrm>
        </p:spPr>
        <p:txBody>
          <a:bodyPr/>
          <a:lstStyle/>
          <a:p>
            <a:fld id="{294A09A9-5501-47C1-A89A-A340965A2BE2}" type="slidenum">
              <a:rPr lang="en-US" smtClean="0"/>
            </a:fld>
            <a:endParaRPr lang="en-US" dirty="0"/>
          </a:p>
        </p:txBody>
      </p:sp>
      <p:sp>
        <p:nvSpPr>
          <p:cNvPr id="3" name="TextBox 2"/>
          <p:cNvSpPr txBox="1"/>
          <p:nvPr/>
        </p:nvSpPr>
        <p:spPr>
          <a:xfrm>
            <a:off x="838200" y="1447800"/>
            <a:ext cx="4648200" cy="445795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Arduino UNO Microcontroller</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Wi-fi Module(ESP8266)</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Relay</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LCD Display</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Crystal Oscillator</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Resistors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Capacitors </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Transistors</a:t>
            </a:r>
            <a:endParaRPr lang="en-US" sz="24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5486400" y="1447800"/>
            <a:ext cx="5257800" cy="5011949"/>
          </a:xfrm>
          <a:prstGeom prst="rect">
            <a:avLst/>
          </a:prstGeom>
          <a:noFill/>
        </p:spPr>
        <p:txBody>
          <a:bodyPr wrap="square" rtlCol="0">
            <a:spAutoFit/>
          </a:bodyPr>
          <a:lstStyle/>
          <a:p>
            <a:pPr marL="342900" indent="-342900" fontAlgn="base">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Cables and Connectors</a:t>
            </a:r>
            <a:endParaRPr lang="en-US" sz="2400" dirty="0">
              <a:latin typeface="Times New Roman" panose="02020603050405020304" pitchFamily="18" charset="0"/>
              <a:cs typeface="Times New Roman" panose="02020603050405020304" pitchFamily="18" charset="0"/>
            </a:endParaRPr>
          </a:p>
          <a:p>
            <a:pPr marL="342900" indent="-342900" fontAlgn="base">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Diodes</a:t>
            </a:r>
            <a:endParaRPr lang="en-US" sz="2400" dirty="0">
              <a:latin typeface="Times New Roman" panose="02020603050405020304" pitchFamily="18" charset="0"/>
              <a:cs typeface="Times New Roman" panose="02020603050405020304" pitchFamily="18" charset="0"/>
            </a:endParaRPr>
          </a:p>
          <a:p>
            <a:pPr marL="342900" indent="-342900" fontAlgn="base">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PCB and Breadboards</a:t>
            </a:r>
            <a:endParaRPr lang="en-US" sz="2400" dirty="0">
              <a:latin typeface="Times New Roman" panose="02020603050405020304" pitchFamily="18" charset="0"/>
              <a:cs typeface="Times New Roman" panose="02020603050405020304" pitchFamily="18" charset="0"/>
            </a:endParaRPr>
          </a:p>
          <a:p>
            <a:pPr marL="342900" indent="-342900" fontAlgn="base">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LED</a:t>
            </a:r>
            <a:endParaRPr lang="en-US" sz="2400" dirty="0">
              <a:latin typeface="Times New Roman" panose="02020603050405020304" pitchFamily="18" charset="0"/>
              <a:cs typeface="Times New Roman" panose="02020603050405020304" pitchFamily="18" charset="0"/>
            </a:endParaRPr>
          </a:p>
          <a:p>
            <a:pPr marL="342900" indent="-342900" fontAlgn="base">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Transformer/Adapter</a:t>
            </a:r>
            <a:endParaRPr lang="en-US" sz="2400" dirty="0">
              <a:latin typeface="Times New Roman" panose="02020603050405020304" pitchFamily="18" charset="0"/>
              <a:cs typeface="Times New Roman" panose="02020603050405020304" pitchFamily="18" charset="0"/>
            </a:endParaRPr>
          </a:p>
          <a:p>
            <a:pPr marL="342900" indent="-342900" fontAlgn="base">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Push Buttons</a:t>
            </a:r>
            <a:endParaRPr lang="en-US" sz="2400" dirty="0">
              <a:latin typeface="Times New Roman" panose="02020603050405020304" pitchFamily="18" charset="0"/>
              <a:cs typeface="Times New Roman" panose="02020603050405020304" pitchFamily="18" charset="0"/>
            </a:endParaRPr>
          </a:p>
          <a:p>
            <a:pPr marL="342900" indent="-342900" fontAlgn="base">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Switch &amp; current sensors</a:t>
            </a:r>
            <a:endParaRPr lang="en-US" sz="2400" dirty="0">
              <a:latin typeface="Times New Roman" panose="02020603050405020304" pitchFamily="18" charset="0"/>
              <a:cs typeface="Times New Roman" panose="02020603050405020304" pitchFamily="18" charset="0"/>
            </a:endParaRPr>
          </a:p>
          <a:p>
            <a:pPr marL="342900" indent="-342900" fontAlgn="base">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IC</a:t>
            </a:r>
            <a:endParaRPr lang="en-US" sz="2400" dirty="0">
              <a:latin typeface="Times New Roman" panose="02020603050405020304" pitchFamily="18" charset="0"/>
              <a:cs typeface="Times New Roman" panose="02020603050405020304" pitchFamily="18" charset="0"/>
            </a:endParaRPr>
          </a:p>
          <a:p>
            <a:pPr fontAlgn="base">
              <a:lnSpc>
                <a:spcPct val="150000"/>
              </a:lnSpc>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Box 3"/>
          <p:cNvSpPr txBox="1"/>
          <p:nvPr/>
        </p:nvSpPr>
        <p:spPr>
          <a:xfrm>
            <a:off x="153035" y="200660"/>
            <a:ext cx="12708255" cy="829945"/>
          </a:xfrm>
          <a:prstGeom prst="rect">
            <a:avLst/>
          </a:prstGeom>
          <a:noFill/>
        </p:spPr>
        <p:txBody>
          <a:bodyPr wrap="square" rtlCol="0">
            <a:spAutoFit/>
          </a:bodyPr>
          <a:lstStyle/>
          <a:p>
            <a:r>
              <a:rPr lang="en-US" sz="4800" b="1" dirty="0">
                <a:latin typeface="Times New Roman" panose="02020603050405020304" pitchFamily="18" charset="0"/>
                <a:cs typeface="Times New Roman" panose="02020603050405020304" pitchFamily="18" charset="0"/>
              </a:rPr>
              <a:t>COMPONENTS  AND COST ESTIMATION</a:t>
            </a:r>
            <a:endParaRPr lang="en-US" sz="4800" b="1" dirty="0">
              <a:latin typeface="Times New Roman" panose="02020603050405020304" pitchFamily="18" charset="0"/>
              <a:cs typeface="Times New Roman" panose="02020603050405020304" pitchFamily="18" charset="0"/>
            </a:endParaRPr>
          </a:p>
        </p:txBody>
      </p:sp>
      <p:sp>
        <p:nvSpPr>
          <p:cNvPr id="9" name="Date Placeholder 3"/>
          <p:cNvSpPr>
            <a:spLocks noGrp="1"/>
          </p:cNvSpPr>
          <p:nvPr/>
        </p:nvSpPr>
        <p:spPr>
          <a:xfrm>
            <a:off x="838200" y="655320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IN">
                <a:solidFill>
                  <a:schemeClr val="tx1"/>
                </a:solidFill>
              </a:rPr>
              <a:t>16</a:t>
            </a:r>
            <a:r>
              <a:rPr lang="en-IN" altLang="en-US">
                <a:solidFill>
                  <a:schemeClr val="tx1"/>
                </a:solidFill>
              </a:rPr>
              <a:t>/12/25</a:t>
            </a:r>
            <a:endParaRPr lang="en-IN" altLang="en-US">
              <a:solidFill>
                <a:schemeClr val="tx1"/>
              </a:solidFill>
            </a:endParaRPr>
          </a:p>
        </p:txBody>
      </p:sp>
      <p:sp>
        <p:nvSpPr>
          <p:cNvPr id="5" name="Slide Number Placeholder 4"/>
          <p:cNvSpPr>
            <a:spLocks noGrp="1"/>
          </p:cNvSpPr>
          <p:nvPr>
            <p:ph type="sldNum" sz="quarter" idx="12"/>
          </p:nvPr>
        </p:nvSpPr>
        <p:spPr>
          <a:xfrm>
            <a:off x="9677400" y="6006546"/>
            <a:ext cx="4114800" cy="851453"/>
          </a:xfrm>
        </p:spPr>
        <p:txBody>
          <a:bodyPr/>
          <a:lstStyle/>
          <a:p>
            <a:fld id="{294A09A9-5501-47C1-A89A-A340965A2BE2}" type="slidenum">
              <a:rPr lang="en-US" smtClean="0"/>
            </a:fld>
            <a:endParaRPr lang="en-US" dirty="0"/>
          </a:p>
        </p:txBody>
      </p:sp>
      <p:pic>
        <p:nvPicPr>
          <p:cNvPr id="10" name="Picture 9"/>
          <p:cNvPicPr>
            <a:picLocks noChangeAspect="1"/>
          </p:cNvPicPr>
          <p:nvPr/>
        </p:nvPicPr>
        <p:blipFill>
          <a:blip r:embed="rId1"/>
          <a:srcRect l="1666" t="16697" r="1"/>
          <a:stretch>
            <a:fillRect/>
          </a:stretch>
        </p:blipFill>
        <p:spPr>
          <a:xfrm>
            <a:off x="1295400" y="1038626"/>
            <a:ext cx="4724400" cy="5141595"/>
          </a:xfrm>
          <a:prstGeom prst="rect">
            <a:avLst/>
          </a:prstGeom>
        </p:spPr>
      </p:pic>
      <p:sp>
        <p:nvSpPr>
          <p:cNvPr id="11" name="TextBox 10"/>
          <p:cNvSpPr txBox="1"/>
          <p:nvPr/>
        </p:nvSpPr>
        <p:spPr>
          <a:xfrm>
            <a:off x="3810000" y="6324600"/>
            <a:ext cx="205740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TOTAL:2950</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Box 3"/>
          <p:cNvSpPr txBox="1"/>
          <p:nvPr/>
        </p:nvSpPr>
        <p:spPr>
          <a:xfrm>
            <a:off x="3539490" y="132715"/>
            <a:ext cx="6166485" cy="829945"/>
          </a:xfrm>
          <a:prstGeom prst="rect">
            <a:avLst/>
          </a:prstGeom>
          <a:noFill/>
        </p:spPr>
        <p:txBody>
          <a:bodyPr wrap="square" rtlCol="0">
            <a:spAutoFit/>
          </a:bodyPr>
          <a:lstStyle/>
          <a:p>
            <a:r>
              <a:rPr lang="en-US" sz="4800" b="1">
                <a:latin typeface="Times New Roman" panose="02020603050405020304" pitchFamily="18" charset="0"/>
                <a:cs typeface="Times New Roman" panose="02020603050405020304" pitchFamily="18" charset="0"/>
              </a:rPr>
              <a:t>BLOCK DIAGRAM</a:t>
            </a:r>
            <a:endParaRPr lang="en-US" sz="4800" b="1">
              <a:latin typeface="Times New Roman" panose="02020603050405020304" pitchFamily="18" charset="0"/>
              <a:cs typeface="Times New Roman" panose="02020603050405020304" pitchFamily="18" charset="0"/>
            </a:endParaRPr>
          </a:p>
        </p:txBody>
      </p:sp>
      <p:sp>
        <p:nvSpPr>
          <p:cNvPr id="2" name="Date Placeholder 3"/>
          <p:cNvSpPr>
            <a:spLocks noGrp="1"/>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IN">
                <a:solidFill>
                  <a:schemeClr val="tx1"/>
                </a:solidFill>
              </a:rPr>
              <a:t>16</a:t>
            </a:r>
            <a:r>
              <a:rPr lang="en-IN" altLang="en-US">
                <a:solidFill>
                  <a:schemeClr val="tx1"/>
                </a:solidFill>
              </a:rPr>
              <a:t>/12/25</a:t>
            </a:r>
            <a:endParaRPr lang="en-IN" altLang="en-US">
              <a:solidFill>
                <a:schemeClr val="tx1"/>
              </a:solidFill>
            </a:endParaRPr>
          </a:p>
        </p:txBody>
      </p:sp>
      <p:sp>
        <p:nvSpPr>
          <p:cNvPr id="23" name="Slide Number Placeholder 22"/>
          <p:cNvSpPr>
            <a:spLocks noGrp="1"/>
          </p:cNvSpPr>
          <p:nvPr>
            <p:ph type="sldNum" sz="quarter" idx="12"/>
          </p:nvPr>
        </p:nvSpPr>
        <p:spPr>
          <a:xfrm>
            <a:off x="9677400" y="6006546"/>
            <a:ext cx="4114800" cy="851453"/>
          </a:xfrm>
        </p:spPr>
        <p:txBody>
          <a:bodyPr/>
          <a:lstStyle/>
          <a:p>
            <a:fld id="{294A09A9-5501-47C1-A89A-A340965A2BE2}" type="slidenum">
              <a:rPr lang="en-US" smtClean="0"/>
            </a:fld>
            <a:endParaRPr lang="en-US" dirty="0"/>
          </a:p>
        </p:txBody>
      </p:sp>
      <p:pic>
        <p:nvPicPr>
          <p:cNvPr id="5" name="Picture 4" descr="23627cc4-80c8-4253-b82f-5b2ab454a85a.jpg"/>
          <p:cNvPicPr>
            <a:picLocks noChangeAspect="1"/>
          </p:cNvPicPr>
          <p:nvPr/>
        </p:nvPicPr>
        <p:blipFill>
          <a:blip r:embed="rId1"/>
          <a:srcRect l="2789" r="1878"/>
          <a:stretch>
            <a:fillRect/>
          </a:stretch>
        </p:blipFill>
        <p:spPr>
          <a:xfrm>
            <a:off x="1143000" y="1066800"/>
            <a:ext cx="10593705" cy="52044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2"/>
          <p:cNvSpPr/>
          <p:nvPr/>
        </p:nvSpPr>
        <p:spPr>
          <a:xfrm>
            <a:off x="839470" y="1350010"/>
            <a:ext cx="3788410" cy="593725"/>
          </a:xfrm>
          <a:prstGeom prst="rect">
            <a:avLst/>
          </a:prstGeom>
        </p:spPr>
        <p:txBody>
          <a:bodyPr wrap="square">
            <a:noAutofit/>
          </a:bodyPr>
          <a:lstStyle/>
          <a:p>
            <a:pPr>
              <a:lnSpc>
                <a:spcPct val="150000"/>
              </a:lnSpc>
            </a:pPr>
            <a:endParaRPr lang="en-US" sz="2800" dirty="0">
              <a:latin typeface="Times New Roman" panose="02020603050405020304" pitchFamily="18" charset="0"/>
              <a:cs typeface="Times New Roman" panose="02020603050405020304" pitchFamily="18" charset="0"/>
            </a:endParaRPr>
          </a:p>
        </p:txBody>
      </p:sp>
      <p:sp>
        <p:nvSpPr>
          <p:cNvPr id="13" name="Text Box 12"/>
          <p:cNvSpPr txBox="1"/>
          <p:nvPr/>
        </p:nvSpPr>
        <p:spPr>
          <a:xfrm>
            <a:off x="3013075" y="409575"/>
            <a:ext cx="6166485" cy="829945"/>
          </a:xfrm>
          <a:prstGeom prst="rect">
            <a:avLst/>
          </a:prstGeom>
          <a:noFill/>
        </p:spPr>
        <p:txBody>
          <a:bodyPr wrap="square" rtlCol="0">
            <a:spAutoFit/>
          </a:bodyPr>
          <a:lstStyle/>
          <a:p>
            <a:r>
              <a:rPr lang="en-US" sz="4800" b="1">
                <a:latin typeface="Times New Roman" panose="02020603050405020304" pitchFamily="18" charset="0"/>
                <a:cs typeface="Times New Roman" panose="02020603050405020304" pitchFamily="18" charset="0"/>
              </a:rPr>
              <a:t>CIRCUIT  DIAGRAM</a:t>
            </a:r>
            <a:endParaRPr lang="en-US" sz="4800" b="1">
              <a:latin typeface="Times New Roman" panose="02020603050405020304" pitchFamily="18" charset="0"/>
              <a:cs typeface="Times New Roman" panose="02020603050405020304" pitchFamily="18" charset="0"/>
            </a:endParaRPr>
          </a:p>
        </p:txBody>
      </p:sp>
      <p:sp>
        <p:nvSpPr>
          <p:cNvPr id="14" name="Date Placeholder 3"/>
          <p:cNvSpPr>
            <a:spLocks noGrp="1"/>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IN">
                <a:solidFill>
                  <a:schemeClr val="tx1"/>
                </a:solidFill>
              </a:rPr>
              <a:t>16</a:t>
            </a:r>
            <a:r>
              <a:rPr lang="en-IN" altLang="en-US">
                <a:solidFill>
                  <a:schemeClr val="tx1"/>
                </a:solidFill>
              </a:rPr>
              <a:t>/12/25</a:t>
            </a:r>
            <a:endParaRPr lang="en-IN" altLang="en-US">
              <a:solidFill>
                <a:schemeClr val="tx1"/>
              </a:solidFill>
            </a:endParaRPr>
          </a:p>
        </p:txBody>
      </p:sp>
      <p:sp>
        <p:nvSpPr>
          <p:cNvPr id="18" name="Slide Number Placeholder 17"/>
          <p:cNvSpPr>
            <a:spLocks noGrp="1"/>
          </p:cNvSpPr>
          <p:nvPr>
            <p:ph type="sldNum" sz="quarter" idx="12"/>
          </p:nvPr>
        </p:nvSpPr>
        <p:spPr>
          <a:xfrm>
            <a:off x="9677400" y="6006546"/>
            <a:ext cx="4114800" cy="851453"/>
          </a:xfrm>
        </p:spPr>
        <p:txBody>
          <a:bodyPr/>
          <a:lstStyle/>
          <a:p>
            <a:fld id="{294A09A9-5501-47C1-A89A-A340965A2BE2}" type="slidenum">
              <a:rPr lang="en-US" smtClean="0"/>
            </a:fld>
            <a:endParaRPr lang="en-US" dirty="0"/>
          </a:p>
        </p:txBody>
      </p:sp>
      <p:pic>
        <p:nvPicPr>
          <p:cNvPr id="1026" name="Picture 2"/>
          <p:cNvPicPr>
            <a:picLocks noChangeAspect="1" noChangeArrowheads="1"/>
          </p:cNvPicPr>
          <p:nvPr/>
        </p:nvPicPr>
        <p:blipFill>
          <a:blip r:embed="rId1"/>
          <a:srcRect t="3643" b="5499"/>
          <a:stretch>
            <a:fillRect/>
          </a:stretch>
        </p:blipFill>
        <p:spPr bwMode="auto">
          <a:xfrm>
            <a:off x="789305" y="1254125"/>
            <a:ext cx="11235055" cy="508000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Box 3"/>
          <p:cNvSpPr txBox="1"/>
          <p:nvPr/>
        </p:nvSpPr>
        <p:spPr>
          <a:xfrm>
            <a:off x="2508942" y="192347"/>
            <a:ext cx="7091045" cy="829945"/>
          </a:xfrm>
          <a:prstGeom prst="rect">
            <a:avLst/>
          </a:prstGeom>
          <a:noFill/>
        </p:spPr>
        <p:txBody>
          <a:bodyPr wrap="square" rtlCol="0">
            <a:spAutoFit/>
          </a:bodyPr>
          <a:lstStyle/>
          <a:p>
            <a:pPr algn="ctr"/>
            <a:r>
              <a:rPr lang="en-US" sz="4800" b="1" dirty="0">
                <a:latin typeface="Times New Roman" panose="02020603050405020304" pitchFamily="18" charset="0"/>
                <a:cs typeface="Times New Roman" panose="02020603050405020304" pitchFamily="18" charset="0"/>
              </a:rPr>
              <a:t>WORKING PRINCIPLE</a:t>
            </a:r>
            <a:endParaRPr lang="en-US" sz="4800" b="1" dirty="0">
              <a:latin typeface="Times New Roman" panose="02020603050405020304" pitchFamily="18" charset="0"/>
              <a:cs typeface="Times New Roman" panose="02020603050405020304" pitchFamily="18" charset="0"/>
            </a:endParaRPr>
          </a:p>
        </p:txBody>
      </p:sp>
      <p:sp>
        <p:nvSpPr>
          <p:cNvPr id="9" name="Date Placeholder 3"/>
          <p:cNvSpPr>
            <a:spLocks noGrp="1"/>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IN">
                <a:solidFill>
                  <a:schemeClr val="tx1"/>
                </a:solidFill>
              </a:rPr>
              <a:t>16</a:t>
            </a:r>
            <a:r>
              <a:rPr lang="en-IN" altLang="en-US">
                <a:solidFill>
                  <a:schemeClr val="tx1"/>
                </a:solidFill>
              </a:rPr>
              <a:t>/12/25</a:t>
            </a:r>
            <a:endParaRPr lang="en-IN" altLang="en-US">
              <a:solidFill>
                <a:schemeClr val="tx1"/>
              </a:solidFill>
            </a:endParaRPr>
          </a:p>
        </p:txBody>
      </p:sp>
      <p:sp>
        <p:nvSpPr>
          <p:cNvPr id="6" name="Slide Number Placeholder 5"/>
          <p:cNvSpPr>
            <a:spLocks noGrp="1"/>
          </p:cNvSpPr>
          <p:nvPr>
            <p:ph type="sldNum" sz="quarter" idx="12"/>
          </p:nvPr>
        </p:nvSpPr>
        <p:spPr>
          <a:xfrm>
            <a:off x="9677400" y="6006546"/>
            <a:ext cx="4114800" cy="851453"/>
          </a:xfrm>
        </p:spPr>
        <p:txBody>
          <a:bodyPr/>
          <a:lstStyle/>
          <a:p>
            <a:fld id="{294A09A9-5501-47C1-A89A-A340965A2BE2}" type="slidenum">
              <a:rPr lang="en-US" smtClean="0"/>
            </a:fld>
            <a:endParaRPr lang="en-US" dirty="0"/>
          </a:p>
        </p:txBody>
      </p:sp>
      <p:sp>
        <p:nvSpPr>
          <p:cNvPr id="2" name="TextBox 1"/>
          <p:cNvSpPr txBox="1"/>
          <p:nvPr/>
        </p:nvSpPr>
        <p:spPr>
          <a:xfrm>
            <a:off x="914400" y="1447800"/>
            <a:ext cx="10058400" cy="445795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operates based on Ohm’s Law to detect changes in cable resistance.</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DC supply is applied to the underground cable through known resistors.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Any fault in the cable causes a change in resistance and voltage drop.</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current/voltage sensor detects this variation at the fault point.</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sensed signal is processed by the microcontroller .</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fault distance and type are calculated and shown on the LCD.</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Fault details are sent to the IoT cloud via Wi-Fi for remote monitoring.</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7" name="Rectangle 1"/>
          <p:cNvSpPr>
            <a:spLocks noChangeArrowheads="1"/>
          </p:cNvSpPr>
          <p:nvPr/>
        </p:nvSpPr>
        <p:spPr bwMode="auto">
          <a:xfrm>
            <a:off x="1340982" y="1236266"/>
            <a:ext cx="10047606"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nSpc>
                <a:spcPct val="150000"/>
              </a:lnSpc>
            </a:pPr>
            <a:r>
              <a:rPr lang="en-US" sz="2400" b="1" dirty="0">
                <a:latin typeface="Times New Roman" panose="02020603050405020304" pitchFamily="18" charset="0"/>
                <a:cs typeface="Times New Roman" panose="02020603050405020304" pitchFamily="18" charset="0"/>
              </a:rPr>
              <a:t>Working Principle:</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transformer steps down </a:t>
            </a:r>
            <a:r>
              <a:rPr lang="en-US" sz="2400" b="1" dirty="0">
                <a:latin typeface="Times New Roman" panose="02020603050405020304" pitchFamily="18" charset="0"/>
                <a:cs typeface="Times New Roman" panose="02020603050405020304" pitchFamily="18" charset="0"/>
              </a:rPr>
              <a:t>230V AC to low-voltage AC</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Diodes convert AC into </a:t>
            </a:r>
            <a:r>
              <a:rPr lang="en-US" sz="2400" b="1" dirty="0">
                <a:latin typeface="Times New Roman" panose="02020603050405020304" pitchFamily="18" charset="0"/>
                <a:cs typeface="Times New Roman" panose="02020603050405020304" pitchFamily="18" charset="0"/>
              </a:rPr>
              <a:t>DC supply</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Capacitors smooth the DC voltage and remove ripples.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Voltage regulators provide </a:t>
            </a:r>
            <a:r>
              <a:rPr lang="en-US" sz="2400" b="1" dirty="0">
                <a:latin typeface="Times New Roman" panose="02020603050405020304" pitchFamily="18" charset="0"/>
                <a:cs typeface="Times New Roman" panose="02020603050405020304" pitchFamily="18" charset="0"/>
              </a:rPr>
              <a:t>stable 5V and 3.3V</a:t>
            </a:r>
            <a:r>
              <a:rPr lang="en-US" sz="2400" dirty="0">
                <a:latin typeface="Times New Roman" panose="02020603050405020304" pitchFamily="18" charset="0"/>
                <a:cs typeface="Times New Roman" panose="02020603050405020304" pitchFamily="18" charset="0"/>
              </a:rPr>
              <a:t> outputs.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Resistors limit current and form voltage divider networks.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LEDs indicate </a:t>
            </a:r>
            <a:r>
              <a:rPr lang="en-US" sz="2400" b="1" dirty="0">
                <a:latin typeface="Times New Roman" panose="02020603050405020304" pitchFamily="18" charset="0"/>
                <a:cs typeface="Times New Roman" panose="02020603050405020304" pitchFamily="18" charset="0"/>
              </a:rPr>
              <a:t>power and system status</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crystal oscillator supplies a </a:t>
            </a:r>
            <a:r>
              <a:rPr lang="en-US" sz="2400" b="1" dirty="0">
                <a:latin typeface="Times New Roman" panose="02020603050405020304" pitchFamily="18" charset="0"/>
                <a:cs typeface="Times New Roman" panose="02020603050405020304" pitchFamily="18" charset="0"/>
              </a:rPr>
              <a:t>stable clock signal</a:t>
            </a:r>
            <a:r>
              <a:rPr lang="en-US" sz="2400" dirty="0">
                <a:latin typeface="Times New Roman" panose="02020603050405020304" pitchFamily="18" charset="0"/>
                <a:cs typeface="Times New Roman" panose="02020603050405020304" pitchFamily="18" charset="0"/>
              </a:rPr>
              <a:t> to the microcontroller.</a:t>
            </a:r>
            <a:endParaRPr lang="en-US" sz="24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endParaRPr kumimoji="0" lang="en-US" altLang="en-GB"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Text Box 2"/>
          <p:cNvSpPr txBox="1"/>
          <p:nvPr/>
        </p:nvSpPr>
        <p:spPr>
          <a:xfrm>
            <a:off x="1621155" y="316865"/>
            <a:ext cx="10047605" cy="829945"/>
          </a:xfrm>
          <a:prstGeom prst="rect">
            <a:avLst/>
          </a:prstGeom>
          <a:noFill/>
        </p:spPr>
        <p:txBody>
          <a:bodyPr wrap="square" rtlCol="0">
            <a:spAutoFit/>
          </a:bodyPr>
          <a:lstStyle/>
          <a:p>
            <a:pPr algn="l"/>
            <a:r>
              <a:rPr lang="en-US" sz="4800" b="1">
                <a:latin typeface="Times New Roman" panose="02020603050405020304" pitchFamily="18" charset="0"/>
                <a:cs typeface="Times New Roman" panose="02020603050405020304" pitchFamily="18" charset="0"/>
              </a:rPr>
              <a:t>COMPONENTS EXPLANATION</a:t>
            </a:r>
            <a:endParaRPr lang="en-US" sz="4800" b="1">
              <a:latin typeface="Times New Roman" panose="02020603050405020304" pitchFamily="18" charset="0"/>
              <a:cs typeface="Times New Roman" panose="02020603050405020304" pitchFamily="18" charset="0"/>
            </a:endParaRPr>
          </a:p>
        </p:txBody>
      </p:sp>
      <p:sp>
        <p:nvSpPr>
          <p:cNvPr id="9" name="Date Placeholder 3"/>
          <p:cNvSpPr>
            <a:spLocks noGrp="1"/>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IN">
                <a:solidFill>
                  <a:schemeClr val="tx1"/>
                </a:solidFill>
              </a:rPr>
              <a:t>16/</a:t>
            </a:r>
            <a:r>
              <a:rPr lang="en-IN" altLang="en-US">
                <a:solidFill>
                  <a:schemeClr val="tx1"/>
                </a:solidFill>
              </a:rPr>
              <a:t>12/25</a:t>
            </a:r>
            <a:endParaRPr lang="en-IN" altLang="en-US">
              <a:solidFill>
                <a:schemeClr val="tx1"/>
              </a:solidFill>
            </a:endParaRPr>
          </a:p>
        </p:txBody>
      </p:sp>
      <p:sp>
        <p:nvSpPr>
          <p:cNvPr id="5" name="Slide Number Placeholder 4"/>
          <p:cNvSpPr>
            <a:spLocks noGrp="1"/>
          </p:cNvSpPr>
          <p:nvPr>
            <p:ph type="sldNum" sz="quarter" idx="12"/>
          </p:nvPr>
        </p:nvSpPr>
        <p:spPr>
          <a:xfrm>
            <a:off x="9677400" y="6006546"/>
            <a:ext cx="4114800" cy="851453"/>
          </a:xfrm>
        </p:spPr>
        <p:txBody>
          <a:bodyPr/>
          <a:lstStyle/>
          <a:p>
            <a:fld id="{294A09A9-5501-47C1-A89A-A340965A2BE2}" type="slidenum">
              <a:rPr lang="en-US" smtClean="0"/>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7" name="Rectangle 1"/>
          <p:cNvSpPr>
            <a:spLocks noChangeArrowheads="1"/>
          </p:cNvSpPr>
          <p:nvPr/>
        </p:nvSpPr>
        <p:spPr bwMode="auto">
          <a:xfrm>
            <a:off x="1340982" y="1177116"/>
            <a:ext cx="10047606" cy="5011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nSpc>
                <a:spcPct val="150000"/>
              </a:lnSpc>
            </a:pPr>
            <a:r>
              <a:rPr lang="en-US" sz="2400" b="1" dirty="0">
                <a:latin typeface="Times New Roman" panose="02020603050405020304" pitchFamily="18" charset="0"/>
                <a:cs typeface="Times New Roman" panose="02020603050405020304" pitchFamily="18" charset="0"/>
              </a:rPr>
              <a:t>COMPONENTS</a:t>
            </a:r>
            <a:endParaRPr lang="en-US" sz="2400" b="1"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Arduino UNO / </a:t>
            </a:r>
            <a:r>
              <a:rPr lang="en-US" sz="2400" dirty="0" err="1">
                <a:latin typeface="Times New Roman" panose="02020603050405020304" pitchFamily="18" charset="0"/>
                <a:cs typeface="Times New Roman" panose="02020603050405020304" pitchFamily="18" charset="0"/>
              </a:rPr>
              <a:t>ATmega</a:t>
            </a:r>
            <a:r>
              <a:rPr lang="en-US" sz="2400" dirty="0">
                <a:latin typeface="Times New Roman" panose="02020603050405020304" pitchFamily="18" charset="0"/>
                <a:cs typeface="Times New Roman" panose="02020603050405020304" pitchFamily="18" charset="0"/>
              </a:rPr>
              <a:t> Microcontroller, ICs, IC Sockets</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b="1" dirty="0">
                <a:latin typeface="Times New Roman" panose="02020603050405020304" pitchFamily="18" charset="0"/>
                <a:cs typeface="Times New Roman" panose="02020603050405020304" pitchFamily="18" charset="0"/>
              </a:rPr>
              <a:t>WORKING PRINCIPLE:</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microcontroller acts as the </a:t>
            </a:r>
            <a:r>
              <a:rPr lang="en-US" sz="2400" b="1" dirty="0">
                <a:latin typeface="Times New Roman" panose="02020603050405020304" pitchFamily="18" charset="0"/>
                <a:cs typeface="Times New Roman" panose="02020603050405020304" pitchFamily="18" charset="0"/>
              </a:rPr>
              <a:t>central controller</a:t>
            </a:r>
            <a:r>
              <a:rPr lang="en-US" sz="2400" dirty="0">
                <a:latin typeface="Times New Roman" panose="02020603050405020304" pitchFamily="18" charset="0"/>
                <a:cs typeface="Times New Roman" panose="02020603050405020304" pitchFamily="18" charset="0"/>
              </a:rPr>
              <a:t> of the system.</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receives analog signals from the sensor through </a:t>
            </a:r>
            <a:r>
              <a:rPr lang="en-US" sz="2400" b="1" dirty="0">
                <a:latin typeface="Times New Roman" panose="02020603050405020304" pitchFamily="18" charset="0"/>
                <a:cs typeface="Times New Roman" panose="02020603050405020304" pitchFamily="18" charset="0"/>
              </a:rPr>
              <a:t>ADC channels</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Processes data to determine </a:t>
            </a:r>
            <a:r>
              <a:rPr lang="en-US" sz="2400" b="1" dirty="0">
                <a:latin typeface="Times New Roman" panose="02020603050405020304" pitchFamily="18" charset="0"/>
                <a:cs typeface="Times New Roman" panose="02020603050405020304" pitchFamily="18" charset="0"/>
              </a:rPr>
              <a:t>fault type and fault distance</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Generates control signals for LCD, relay, and Wi-Fi module.</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IC sockets allow easy replacement and reliable mounting of ICs.</a:t>
            </a:r>
            <a:endParaRPr lang="en-US" sz="2400" dirty="0">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pPr>
            <a:endParaRPr kumimoji="0" lang="en-US" altLang="en-GB"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Text Box 2"/>
          <p:cNvSpPr txBox="1"/>
          <p:nvPr/>
        </p:nvSpPr>
        <p:spPr>
          <a:xfrm>
            <a:off x="1621155" y="316865"/>
            <a:ext cx="10047605" cy="829945"/>
          </a:xfrm>
          <a:prstGeom prst="rect">
            <a:avLst/>
          </a:prstGeom>
          <a:noFill/>
        </p:spPr>
        <p:txBody>
          <a:bodyPr wrap="square" rtlCol="0">
            <a:spAutoFit/>
          </a:bodyPr>
          <a:lstStyle/>
          <a:p>
            <a:pPr algn="l"/>
            <a:r>
              <a:rPr lang="en-US" sz="4800" b="1">
                <a:latin typeface="Times New Roman" panose="02020603050405020304" pitchFamily="18" charset="0"/>
                <a:cs typeface="Times New Roman" panose="02020603050405020304" pitchFamily="18" charset="0"/>
              </a:rPr>
              <a:t>COMPONENTS EXPLANATION</a:t>
            </a:r>
            <a:endParaRPr lang="en-US" sz="4800" b="1">
              <a:latin typeface="Times New Roman" panose="02020603050405020304" pitchFamily="18" charset="0"/>
              <a:cs typeface="Times New Roman" panose="02020603050405020304" pitchFamily="18" charset="0"/>
            </a:endParaRPr>
          </a:p>
        </p:txBody>
      </p:sp>
      <p:sp>
        <p:nvSpPr>
          <p:cNvPr id="9" name="Date Placeholder 3"/>
          <p:cNvSpPr>
            <a:spLocks noGrp="1"/>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IN">
                <a:solidFill>
                  <a:schemeClr val="tx1"/>
                </a:solidFill>
              </a:rPr>
              <a:t>16</a:t>
            </a:r>
            <a:r>
              <a:rPr lang="en-IN" altLang="en-US">
                <a:solidFill>
                  <a:schemeClr val="tx1"/>
                </a:solidFill>
              </a:rPr>
              <a:t>/12/25</a:t>
            </a:r>
            <a:endParaRPr lang="en-IN" altLang="en-US">
              <a:solidFill>
                <a:schemeClr val="tx1"/>
              </a:solidFill>
            </a:endParaRPr>
          </a:p>
        </p:txBody>
      </p:sp>
      <p:sp>
        <p:nvSpPr>
          <p:cNvPr id="5" name="Slide Number Placeholder 4"/>
          <p:cNvSpPr>
            <a:spLocks noGrp="1"/>
          </p:cNvSpPr>
          <p:nvPr>
            <p:ph type="sldNum" sz="quarter" idx="12"/>
          </p:nvPr>
        </p:nvSpPr>
        <p:spPr>
          <a:xfrm>
            <a:off x="9677400" y="6006546"/>
            <a:ext cx="4114800" cy="851453"/>
          </a:xfrm>
        </p:spPr>
        <p:txBody>
          <a:bodyPr/>
          <a:lstStyle/>
          <a:p>
            <a:fld id="{294A09A9-5501-47C1-A89A-A340965A2BE2}" type="slidenum">
              <a:rPr lang="en-US" smtClean="0"/>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7" name="Rectangle 1"/>
          <p:cNvSpPr>
            <a:spLocks noChangeArrowheads="1"/>
          </p:cNvSpPr>
          <p:nvPr/>
        </p:nvSpPr>
        <p:spPr bwMode="auto">
          <a:xfrm>
            <a:off x="1340982" y="1177117"/>
            <a:ext cx="10047606" cy="5011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nSpc>
                <a:spcPct val="150000"/>
              </a:lnSpc>
            </a:pPr>
            <a:r>
              <a:rPr lang="en-US" sz="2400" b="1" dirty="0">
                <a:latin typeface="Times New Roman" panose="02020603050405020304" pitchFamily="18" charset="0"/>
                <a:cs typeface="Times New Roman" panose="02020603050405020304" pitchFamily="18" charset="0"/>
              </a:rPr>
              <a:t>COMPONENTS:</a:t>
            </a:r>
            <a:endParaRPr lang="en-US" sz="2400" b="1"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Current Sensors, Relay Module, Transistors</a:t>
            </a:r>
            <a:endParaRPr lang="en-US" sz="2400" b="1" dirty="0">
              <a:latin typeface="Times New Roman" panose="02020603050405020304" pitchFamily="18" charset="0"/>
              <a:cs typeface="Times New Roman" panose="02020603050405020304" pitchFamily="18" charset="0"/>
            </a:endParaRPr>
          </a:p>
          <a:p>
            <a:pPr>
              <a:lnSpc>
                <a:spcPct val="150000"/>
              </a:lnSpc>
            </a:pPr>
            <a:r>
              <a:rPr lang="en-US" sz="2400" b="1" dirty="0">
                <a:latin typeface="Times New Roman" panose="02020603050405020304" pitchFamily="18" charset="0"/>
                <a:cs typeface="Times New Roman" panose="02020603050405020304" pitchFamily="18" charset="0"/>
              </a:rPr>
              <a:t>WORKING PRINCIPLE:</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current sensor continuously monitors </a:t>
            </a:r>
            <a:r>
              <a:rPr lang="en-US" sz="2400" b="1" dirty="0">
                <a:latin typeface="Times New Roman" panose="02020603050405020304" pitchFamily="18" charset="0"/>
                <a:cs typeface="Times New Roman" panose="02020603050405020304" pitchFamily="18" charset="0"/>
              </a:rPr>
              <a:t>current flow in the cable</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Any abnormal current indicates a </a:t>
            </a:r>
            <a:r>
              <a:rPr lang="en-US" sz="2400" b="1" dirty="0">
                <a:latin typeface="Times New Roman" panose="02020603050405020304" pitchFamily="18" charset="0"/>
                <a:cs typeface="Times New Roman" panose="02020603050405020304" pitchFamily="18" charset="0"/>
              </a:rPr>
              <a:t>short or open circuit fault</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Sensor output is converted into a proportional voltage.</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Transistors amplify control signals from the microcontroller.</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relay isolates the </a:t>
            </a:r>
            <a:r>
              <a:rPr lang="en-US" sz="2400" b="1" dirty="0">
                <a:latin typeface="Times New Roman" panose="02020603050405020304" pitchFamily="18" charset="0"/>
                <a:cs typeface="Times New Roman" panose="02020603050405020304" pitchFamily="18" charset="0"/>
              </a:rPr>
              <a:t>faulty cable section</a:t>
            </a:r>
            <a:r>
              <a:rPr lang="en-US" sz="2400" dirty="0">
                <a:latin typeface="Times New Roman" panose="02020603050405020304" pitchFamily="18" charset="0"/>
                <a:cs typeface="Times New Roman" panose="02020603050405020304" pitchFamily="18" charset="0"/>
              </a:rPr>
              <a:t> to prevent damage.</a:t>
            </a:r>
            <a:endParaRPr lang="en-US" sz="2400" dirty="0">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pPr>
            <a:endParaRPr kumimoji="0" lang="en-US" altLang="en-GB"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Text Box 2"/>
          <p:cNvSpPr txBox="1"/>
          <p:nvPr/>
        </p:nvSpPr>
        <p:spPr>
          <a:xfrm>
            <a:off x="1621155" y="316865"/>
            <a:ext cx="10047605" cy="829945"/>
          </a:xfrm>
          <a:prstGeom prst="rect">
            <a:avLst/>
          </a:prstGeom>
          <a:noFill/>
        </p:spPr>
        <p:txBody>
          <a:bodyPr wrap="square" rtlCol="0">
            <a:spAutoFit/>
          </a:bodyPr>
          <a:lstStyle/>
          <a:p>
            <a:pPr algn="l"/>
            <a:r>
              <a:rPr lang="en-US" sz="4800" b="1">
                <a:latin typeface="Times New Roman" panose="02020603050405020304" pitchFamily="18" charset="0"/>
                <a:cs typeface="Times New Roman" panose="02020603050405020304" pitchFamily="18" charset="0"/>
              </a:rPr>
              <a:t>COMPONENTS EXPLANATION</a:t>
            </a:r>
            <a:endParaRPr lang="en-US" sz="4800" b="1">
              <a:latin typeface="Times New Roman" panose="02020603050405020304" pitchFamily="18" charset="0"/>
              <a:cs typeface="Times New Roman" panose="02020603050405020304" pitchFamily="18" charset="0"/>
            </a:endParaRPr>
          </a:p>
        </p:txBody>
      </p:sp>
      <p:sp>
        <p:nvSpPr>
          <p:cNvPr id="9" name="Date Placeholder 3"/>
          <p:cNvSpPr>
            <a:spLocks noGrp="1"/>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IN">
                <a:solidFill>
                  <a:schemeClr val="tx1"/>
                </a:solidFill>
              </a:rPr>
              <a:t>16</a:t>
            </a:r>
            <a:r>
              <a:rPr lang="en-IN" altLang="en-US">
                <a:solidFill>
                  <a:schemeClr val="tx1"/>
                </a:solidFill>
              </a:rPr>
              <a:t>/12/25</a:t>
            </a:r>
            <a:endParaRPr lang="en-IN" altLang="en-US">
              <a:solidFill>
                <a:schemeClr val="tx1"/>
              </a:solidFill>
            </a:endParaRPr>
          </a:p>
        </p:txBody>
      </p:sp>
      <p:sp>
        <p:nvSpPr>
          <p:cNvPr id="5" name="Slide Number Placeholder 4"/>
          <p:cNvSpPr>
            <a:spLocks noGrp="1"/>
          </p:cNvSpPr>
          <p:nvPr>
            <p:ph type="sldNum" sz="quarter" idx="12"/>
          </p:nvPr>
        </p:nvSpPr>
        <p:spPr>
          <a:xfrm>
            <a:off x="9677400" y="6006546"/>
            <a:ext cx="4114800" cy="851453"/>
          </a:xfrm>
        </p:spPr>
        <p:txBody>
          <a:bodyPr/>
          <a:lstStyle/>
          <a:p>
            <a:fld id="{294A09A9-5501-47C1-A89A-A340965A2BE2}" type="slidenum">
              <a:rPr lang="en-US" smtClean="0"/>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7" name="Rectangle 1"/>
          <p:cNvSpPr>
            <a:spLocks noChangeArrowheads="1"/>
          </p:cNvSpPr>
          <p:nvPr/>
        </p:nvSpPr>
        <p:spPr bwMode="auto">
          <a:xfrm>
            <a:off x="342900" y="990600"/>
            <a:ext cx="11506200" cy="611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nSpc>
                <a:spcPct val="150000"/>
              </a:lnSpc>
            </a:pPr>
            <a:r>
              <a:rPr lang="en-US" sz="2400" b="1" dirty="0">
                <a:latin typeface="Times New Roman" panose="02020603050405020304" pitchFamily="18" charset="0"/>
                <a:cs typeface="Times New Roman" panose="02020603050405020304" pitchFamily="18" charset="0"/>
              </a:rPr>
              <a:t>COMPONENTS:</a:t>
            </a:r>
            <a:endParaRPr lang="en-US" sz="2400" b="1"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16×2 LCD Display, Wi-Fi Module (ESP8266), Push Buttons, Switches, PCB, Breadboard, Cables &amp; Connectors</a:t>
            </a:r>
            <a:endParaRPr lang="en-US" sz="2400" b="1" dirty="0">
              <a:latin typeface="Times New Roman" panose="02020603050405020304" pitchFamily="18" charset="0"/>
              <a:cs typeface="Times New Roman" panose="02020603050405020304" pitchFamily="18" charset="0"/>
            </a:endParaRPr>
          </a:p>
          <a:p>
            <a:pPr>
              <a:lnSpc>
                <a:spcPct val="150000"/>
              </a:lnSpc>
            </a:pPr>
            <a:r>
              <a:rPr lang="en-US" sz="2400" b="1" dirty="0">
                <a:latin typeface="Times New Roman" panose="02020603050405020304" pitchFamily="18" charset="0"/>
                <a:cs typeface="Times New Roman" panose="02020603050405020304" pitchFamily="18" charset="0"/>
              </a:rPr>
              <a:t>WORKING PRINCIPLE:</a:t>
            </a:r>
            <a:endParaRPr lang="en-US" sz="2400" b="1"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LCD displays fault location, distance, and system status.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Wi-Fi module sends fault data to the IoT cloud/mobile app.</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Push buttons and switches allow manual control and reset.</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PCB and breadboard provide structured circuit layout.</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Cables and connectors ensure reliable signal and power connections.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pPr>
            <a:endParaRPr kumimoji="0" lang="en-US" altLang="en-GB"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Text Box 2"/>
          <p:cNvSpPr txBox="1"/>
          <p:nvPr/>
        </p:nvSpPr>
        <p:spPr>
          <a:xfrm>
            <a:off x="1621155" y="316865"/>
            <a:ext cx="10047605" cy="829945"/>
          </a:xfrm>
          <a:prstGeom prst="rect">
            <a:avLst/>
          </a:prstGeom>
          <a:noFill/>
        </p:spPr>
        <p:txBody>
          <a:bodyPr wrap="square" rtlCol="0">
            <a:spAutoFit/>
          </a:bodyPr>
          <a:lstStyle/>
          <a:p>
            <a:pPr algn="l"/>
            <a:r>
              <a:rPr lang="en-US" sz="4800" b="1">
                <a:latin typeface="Times New Roman" panose="02020603050405020304" pitchFamily="18" charset="0"/>
                <a:cs typeface="Times New Roman" panose="02020603050405020304" pitchFamily="18" charset="0"/>
              </a:rPr>
              <a:t>COMPONENTS EXPLANATION</a:t>
            </a:r>
            <a:endParaRPr lang="en-US" sz="4800" b="1">
              <a:latin typeface="Times New Roman" panose="02020603050405020304" pitchFamily="18" charset="0"/>
              <a:cs typeface="Times New Roman" panose="02020603050405020304" pitchFamily="18" charset="0"/>
            </a:endParaRPr>
          </a:p>
        </p:txBody>
      </p:sp>
      <p:sp>
        <p:nvSpPr>
          <p:cNvPr id="9" name="Date Placeholder 3"/>
          <p:cNvSpPr>
            <a:spLocks noGrp="1"/>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IN">
                <a:solidFill>
                  <a:schemeClr val="tx1"/>
                </a:solidFill>
              </a:rPr>
              <a:t>16</a:t>
            </a:r>
            <a:r>
              <a:rPr lang="en-IN" altLang="en-US">
                <a:solidFill>
                  <a:schemeClr val="tx1"/>
                </a:solidFill>
              </a:rPr>
              <a:t>/12/25</a:t>
            </a:r>
            <a:endParaRPr lang="en-IN" altLang="en-US">
              <a:solidFill>
                <a:schemeClr val="tx1"/>
              </a:solidFill>
            </a:endParaRPr>
          </a:p>
        </p:txBody>
      </p:sp>
      <p:sp>
        <p:nvSpPr>
          <p:cNvPr id="5" name="Slide Number Placeholder 4"/>
          <p:cNvSpPr>
            <a:spLocks noGrp="1"/>
          </p:cNvSpPr>
          <p:nvPr>
            <p:ph type="sldNum" sz="quarter" idx="12"/>
          </p:nvPr>
        </p:nvSpPr>
        <p:spPr>
          <a:xfrm>
            <a:off x="9677400" y="6006546"/>
            <a:ext cx="4114800" cy="851453"/>
          </a:xfrm>
        </p:spPr>
        <p:txBody>
          <a:bodyPr/>
          <a:lstStyle/>
          <a:p>
            <a:fld id="{294A09A9-5501-47C1-A89A-A340965A2BE2}" type="slidenum">
              <a:rPr lang="en-US" smtClean="0"/>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0" y="121285"/>
            <a:ext cx="3335020" cy="1325880"/>
          </a:xfrm>
        </p:spPr>
        <p:txBody>
          <a:bodyPr/>
          <a:lstStyle/>
          <a:p>
            <a:pPr algn="ctr"/>
            <a:r>
              <a:rPr lang="en-US" sz="4400" b="1">
                <a:latin typeface="Times New Roman" panose="02020603050405020304" pitchFamily="18" charset="0"/>
                <a:cs typeface="Times New Roman" panose="02020603050405020304" pitchFamily="18" charset="0"/>
              </a:rPr>
              <a:t>OUTPUT</a:t>
            </a:r>
            <a:endParaRPr lang="en-US" sz="4400" b="1">
              <a:latin typeface="Times New Roman" panose="02020603050405020304" pitchFamily="18" charset="0"/>
              <a:cs typeface="Times New Roman" panose="02020603050405020304" pitchFamily="18" charset="0"/>
            </a:endParaRPr>
          </a:p>
        </p:txBody>
      </p:sp>
      <p:sp>
        <p:nvSpPr>
          <p:cNvPr id="9" name="Date Placeholder 3"/>
          <p:cNvSpPr>
            <a:spLocks noGrp="1"/>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IN">
                <a:solidFill>
                  <a:schemeClr val="tx1"/>
                </a:solidFill>
              </a:rPr>
              <a:t>16</a:t>
            </a:r>
            <a:r>
              <a:rPr lang="en-IN" altLang="en-US">
                <a:solidFill>
                  <a:schemeClr val="tx1"/>
                </a:solidFill>
              </a:rPr>
              <a:t>/12/25</a:t>
            </a:r>
            <a:endParaRPr lang="en-IN" altLang="en-US">
              <a:solidFill>
                <a:schemeClr val="tx1"/>
              </a:solidFill>
            </a:endParaRPr>
          </a:p>
        </p:txBody>
      </p:sp>
      <p:sp>
        <p:nvSpPr>
          <p:cNvPr id="10" name="Slide Number Placeholder 9"/>
          <p:cNvSpPr>
            <a:spLocks noGrp="1"/>
          </p:cNvSpPr>
          <p:nvPr>
            <p:ph type="sldNum" sz="quarter" idx="12"/>
          </p:nvPr>
        </p:nvSpPr>
        <p:spPr>
          <a:xfrm>
            <a:off x="9677400" y="6006546"/>
            <a:ext cx="4114800" cy="851453"/>
          </a:xfrm>
        </p:spPr>
        <p:txBody>
          <a:bodyPr/>
          <a:lstStyle/>
          <a:p>
            <a:fld id="{294A09A9-5501-47C1-A89A-A340965A2BE2}" type="slidenum">
              <a:rPr lang="en-US" smtClean="0"/>
            </a:fld>
            <a:endParaRPr lang="en-US" dirty="0"/>
          </a:p>
        </p:txBody>
      </p:sp>
      <p:pic>
        <p:nvPicPr>
          <p:cNvPr id="12" name="Picture 11"/>
          <p:cNvPicPr>
            <a:picLocks noChangeAspect="1"/>
          </p:cNvPicPr>
          <p:nvPr/>
        </p:nvPicPr>
        <p:blipFill>
          <a:blip r:embed="rId1" cstate="print">
            <a:extLst>
              <a:ext uri="{28A0092B-C50C-407E-A947-70E740481C1C}">
                <a14:useLocalDpi xmlns:a14="http://schemas.microsoft.com/office/drawing/2010/main" val="0"/>
              </a:ext>
            </a:extLst>
          </a:blip>
          <a:srcRect l="-1297" t="15580" r="-1297" b="18423"/>
          <a:stretch>
            <a:fillRect/>
          </a:stretch>
        </p:blipFill>
        <p:spPr>
          <a:xfrm rot="16200000">
            <a:off x="2000885" y="438785"/>
            <a:ext cx="4452620" cy="6471285"/>
          </a:xfrm>
          <a:prstGeom prst="rect">
            <a:avLst/>
          </a:prstGeom>
        </p:spPr>
      </p:pic>
      <p:pic>
        <p:nvPicPr>
          <p:cNvPr id="4" name="Content Placeholder 9"/>
          <p:cNvPicPr>
            <a:picLocks noGrp="1"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76565" y="1447800"/>
            <a:ext cx="3597275" cy="4438650"/>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27580" y="160020"/>
            <a:ext cx="8435340" cy="974725"/>
          </a:xfrm>
        </p:spPr>
        <p:txBody>
          <a:bodyPr/>
          <a:lstStyle/>
          <a:p>
            <a:pPr algn="ctr"/>
            <a:r>
              <a:rPr lang="en-US" sz="4400" b="1">
                <a:latin typeface="Times New Roman" panose="02020603050405020304" pitchFamily="18" charset="0"/>
                <a:cs typeface="Times New Roman" panose="02020603050405020304" pitchFamily="18" charset="0"/>
              </a:rPr>
              <a:t>RESULT AND DISCUSSION</a:t>
            </a:r>
            <a:endParaRPr lang="en-US" sz="4400" b="1">
              <a:latin typeface="Times New Roman" panose="02020603050405020304" pitchFamily="18" charset="0"/>
              <a:cs typeface="Times New Roman" panose="02020603050405020304" pitchFamily="18" charset="0"/>
            </a:endParaRPr>
          </a:p>
        </p:txBody>
      </p:sp>
      <p:sp>
        <p:nvSpPr>
          <p:cNvPr id="6" name="Text Box 5"/>
          <p:cNvSpPr txBox="1"/>
          <p:nvPr/>
        </p:nvSpPr>
        <p:spPr>
          <a:xfrm>
            <a:off x="503555" y="1307465"/>
            <a:ext cx="10937875" cy="5177790"/>
          </a:xfrm>
          <a:prstGeom prst="rect">
            <a:avLst/>
          </a:prstGeom>
        </p:spPr>
        <p:txBody>
          <a:bodyPr wrap="square">
            <a:noAutofit/>
          </a:bodyPr>
          <a:lstStyle/>
          <a:p>
            <a:pPr algn="just">
              <a:lnSpc>
                <a:spcPct val="150000"/>
              </a:lnSpc>
            </a:pPr>
            <a:r>
              <a:rPr lang="en-US" altLang="en-GB" sz="2000" b="1">
                <a:latin typeface="Times New Roman" panose="02020603050405020304" pitchFamily="18" charset="0"/>
                <a:cs typeface="Times New Roman" panose="02020603050405020304" pitchFamily="18" charset="0"/>
              </a:rPr>
              <a:t>RESULT:</a:t>
            </a:r>
            <a:endParaRPr lang="en-US" altLang="en-GB" sz="2000" b="1">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The system accurately detected underground cable faults during testing under various fault conditions.</a:t>
            </a:r>
            <a:endParaRPr lang="en-US" altLang="en-US" sz="20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altLang="en-US" sz="20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Fault distance estimation was found to be consistent and close to the actual fault location.</a:t>
            </a:r>
            <a:endParaRPr lang="en-US" altLang="en-US" sz="20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altLang="en-US" sz="20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IoT-based alerts were successfully triggered in real time, enabling quick fault notification</a:t>
            </a:r>
            <a:endParaRPr lang="en-US" altLang="en-US" sz="2000">
              <a:latin typeface="Times New Roman" panose="02020603050405020304" pitchFamily="18" charset="0"/>
              <a:cs typeface="Times New Roman" panose="02020603050405020304" pitchFamily="18" charset="0"/>
            </a:endParaRPr>
          </a:p>
          <a:p>
            <a:pPr algn="just">
              <a:lnSpc>
                <a:spcPct val="150000"/>
              </a:lnSpc>
            </a:pPr>
            <a:r>
              <a:rPr lang="en-US" altLang="en-GB" sz="2000" b="1">
                <a:latin typeface="Times New Roman" panose="02020603050405020304" pitchFamily="18" charset="0"/>
                <a:cs typeface="Times New Roman" panose="02020603050405020304" pitchFamily="18" charset="0"/>
              </a:rPr>
              <a:t>DISCUSSION:</a:t>
            </a:r>
            <a:endParaRPr lang="en-US" altLang="en-GB" sz="2000" b="1">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sz="2000" b="1">
                <a:latin typeface="Times New Roman" panose="02020603050405020304" pitchFamily="18" charset="0"/>
                <a:cs typeface="Times New Roman" panose="02020603050405020304" pitchFamily="18" charset="0"/>
              </a:rPr>
              <a:t>Performance Analysis:</a:t>
            </a:r>
            <a:r>
              <a:rPr lang="en-US" altLang="en-US" sz="2000">
                <a:latin typeface="Times New Roman" panose="02020603050405020304" pitchFamily="18" charset="0"/>
                <a:cs typeface="Times New Roman" panose="02020603050405020304" pitchFamily="18" charset="0"/>
              </a:rPr>
              <a:t> The system demonstrated stable and reliable operation during testing, accurately identifying fault conditions in underground cables.</a:t>
            </a:r>
            <a:endParaRPr lang="en-US" altLang="en-US" sz="20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altLang="en-US" sz="20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sz="2000" b="1">
                <a:latin typeface="Times New Roman" panose="02020603050405020304" pitchFamily="18" charset="0"/>
                <a:cs typeface="Times New Roman" panose="02020603050405020304" pitchFamily="18" charset="0"/>
              </a:rPr>
              <a:t>Efficiency Improvement:</a:t>
            </a:r>
            <a:r>
              <a:rPr lang="en-US" altLang="en-US" sz="2000">
                <a:latin typeface="Times New Roman" panose="02020603050405020304" pitchFamily="18" charset="0"/>
                <a:cs typeface="Times New Roman" panose="02020603050405020304" pitchFamily="18" charset="0"/>
              </a:rPr>
              <a:t> Automated fault detection and distance estimation reduced manual effort and significantly minimized repair time.</a:t>
            </a:r>
            <a:endParaRPr lang="en-US" altLang="en-US" sz="20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altLang="en-US" sz="20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sz="2000" b="1">
                <a:latin typeface="Times New Roman" panose="02020603050405020304" pitchFamily="18" charset="0"/>
                <a:cs typeface="Times New Roman" panose="02020603050405020304" pitchFamily="18" charset="0"/>
              </a:rPr>
              <a:t>Practical Applicability:</a:t>
            </a:r>
            <a:r>
              <a:rPr lang="en-US" altLang="en-US" sz="2000">
                <a:latin typeface="Times New Roman" panose="02020603050405020304" pitchFamily="18" charset="0"/>
                <a:cs typeface="Times New Roman" panose="02020603050405020304" pitchFamily="18" charset="0"/>
              </a:rPr>
              <a:t> The low-cost, compact design and IoT capability make the system suitable for real-time implementation in power distribution networks.</a:t>
            </a:r>
            <a:endParaRPr lang="en-US" altLang="en-US" sz="2000">
              <a:latin typeface="Times New Roman" panose="02020603050405020304" pitchFamily="18" charset="0"/>
              <a:cs typeface="Times New Roman" panose="02020603050405020304" pitchFamily="18" charset="0"/>
            </a:endParaRPr>
          </a:p>
        </p:txBody>
      </p:sp>
      <p:sp>
        <p:nvSpPr>
          <p:cNvPr id="9" name="Date Placeholder 3"/>
          <p:cNvSpPr>
            <a:spLocks noGrp="1"/>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IN">
                <a:solidFill>
                  <a:schemeClr val="tx1"/>
                </a:solidFill>
              </a:rPr>
              <a:t>16</a:t>
            </a:r>
            <a:r>
              <a:rPr lang="en-IN" altLang="en-US">
                <a:solidFill>
                  <a:schemeClr val="tx1"/>
                </a:solidFill>
              </a:rPr>
              <a:t>/12/25</a:t>
            </a:r>
            <a:endParaRPr lang="en-IN" altLang="en-US">
              <a:solidFill>
                <a:schemeClr val="tx1"/>
              </a:solidFill>
            </a:endParaRPr>
          </a:p>
        </p:txBody>
      </p:sp>
      <p:sp>
        <p:nvSpPr>
          <p:cNvPr id="8" name="Slide Number Placeholder 7"/>
          <p:cNvSpPr>
            <a:spLocks noGrp="1"/>
          </p:cNvSpPr>
          <p:nvPr>
            <p:ph type="sldNum" sz="quarter" idx="12"/>
          </p:nvPr>
        </p:nvSpPr>
        <p:spPr>
          <a:xfrm>
            <a:off x="9677400" y="6006546"/>
            <a:ext cx="4114800" cy="851453"/>
          </a:xfrm>
        </p:spPr>
        <p:txBody>
          <a:bodyPr/>
          <a:lstStyle/>
          <a:p>
            <a:fld id="{294A09A9-5501-47C1-A89A-A340965A2BE2}" type="slidenum">
              <a:rPr lang="en-US" smtClean="0"/>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2120265" y="346710"/>
            <a:ext cx="8931910" cy="829945"/>
          </a:xfrm>
          <a:prstGeom prst="rect">
            <a:avLst/>
          </a:prstGeom>
          <a:noFill/>
        </p:spPr>
        <p:txBody>
          <a:bodyPr wrap="square" rtlCol="0">
            <a:spAutoFit/>
          </a:bodyPr>
          <a:lstStyle/>
          <a:p>
            <a:r>
              <a:rPr lang="en-US" sz="4800" b="1">
                <a:latin typeface="Times New Roman" panose="02020603050405020304" pitchFamily="18" charset="0"/>
                <a:cs typeface="Times New Roman" panose="02020603050405020304" pitchFamily="18" charset="0"/>
              </a:rPr>
              <a:t>FUTURE ENHANCEMENTS</a:t>
            </a:r>
            <a:endParaRPr lang="en-US" sz="4800" b="1">
              <a:latin typeface="Times New Roman" panose="02020603050405020304" pitchFamily="18" charset="0"/>
              <a:cs typeface="Times New Roman" panose="02020603050405020304" pitchFamily="18" charset="0"/>
            </a:endParaRPr>
          </a:p>
        </p:txBody>
      </p:sp>
      <p:sp>
        <p:nvSpPr>
          <p:cNvPr id="5" name="Text Box 4"/>
          <p:cNvSpPr txBox="1"/>
          <p:nvPr/>
        </p:nvSpPr>
        <p:spPr>
          <a:xfrm>
            <a:off x="1261110" y="1783080"/>
            <a:ext cx="9689465" cy="3815080"/>
          </a:xfrm>
          <a:prstGeom prst="rect">
            <a:avLst/>
          </a:prstGeom>
        </p:spPr>
        <p:txBody>
          <a:bodyPr wrap="square">
            <a:spAutoFit/>
          </a:bodyPr>
          <a:lstStyle/>
          <a:p>
            <a:pPr marL="285750" indent="-285750" algn="just">
              <a:lnSpc>
                <a:spcPct val="110000"/>
              </a:lnSpc>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IoT-Based Advanced Monitoring:</a:t>
            </a:r>
            <a:r>
              <a:rPr lang="en-US" altLang="en-US" sz="2000" dirty="0">
                <a:latin typeface="Times New Roman" panose="02020603050405020304" pitchFamily="18" charset="0"/>
                <a:cs typeface="Times New Roman" panose="02020603050405020304" pitchFamily="18" charset="0"/>
              </a:rPr>
              <a:t> The system can be enhanced with cloud-based dashboards for real-time analytics, remote diagnostics, and historical fault data storage.</a:t>
            </a:r>
            <a:endParaRPr lang="en-US" altLang="en-US" sz="2000" dirty="0">
              <a:latin typeface="Times New Roman" panose="02020603050405020304" pitchFamily="18" charset="0"/>
              <a:cs typeface="Times New Roman" panose="02020603050405020304" pitchFamily="18" charset="0"/>
            </a:endParaRPr>
          </a:p>
          <a:p>
            <a:pPr marL="285750" indent="-285750" algn="just">
              <a:lnSpc>
                <a:spcPct val="110000"/>
              </a:lnSpc>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285750" indent="-285750" algn="just">
              <a:lnSpc>
                <a:spcPct val="110000"/>
              </a:lnSpc>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Improved Fault Classification:</a:t>
            </a:r>
            <a:r>
              <a:rPr lang="en-US" altLang="en-US" sz="2000" dirty="0">
                <a:latin typeface="Times New Roman" panose="02020603050405020304" pitchFamily="18" charset="0"/>
                <a:cs typeface="Times New Roman" panose="02020603050405020304" pitchFamily="18" charset="0"/>
              </a:rPr>
              <a:t> Advanced algorithms or machine learning techniques can be added to differentiate between temporary, permanent, and high-impedance faults.</a:t>
            </a:r>
            <a:endParaRPr lang="en-US" altLang="en-US" sz="2000" dirty="0">
              <a:latin typeface="Times New Roman" panose="02020603050405020304" pitchFamily="18" charset="0"/>
              <a:cs typeface="Times New Roman" panose="02020603050405020304" pitchFamily="18" charset="0"/>
            </a:endParaRPr>
          </a:p>
          <a:p>
            <a:pPr marL="285750" indent="-285750" algn="just">
              <a:lnSpc>
                <a:spcPct val="110000"/>
              </a:lnSpc>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285750" indent="-285750" algn="just">
              <a:lnSpc>
                <a:spcPct val="110000"/>
              </a:lnSpc>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Multi-Cable Monitoring:</a:t>
            </a:r>
            <a:r>
              <a:rPr lang="en-US" altLang="en-US" sz="2000" dirty="0">
                <a:latin typeface="Times New Roman" panose="02020603050405020304" pitchFamily="18" charset="0"/>
                <a:cs typeface="Times New Roman" panose="02020603050405020304" pitchFamily="18" charset="0"/>
              </a:rPr>
              <a:t> Future versions can support monitoring of multiple underground cables simultaneously using a single control unit.</a:t>
            </a:r>
            <a:endParaRPr lang="en-US" altLang="en-US" sz="2000" dirty="0">
              <a:latin typeface="Times New Roman" panose="02020603050405020304" pitchFamily="18" charset="0"/>
              <a:cs typeface="Times New Roman" panose="02020603050405020304" pitchFamily="18" charset="0"/>
            </a:endParaRPr>
          </a:p>
          <a:p>
            <a:pPr marL="285750" indent="-285750" algn="just">
              <a:lnSpc>
                <a:spcPct val="110000"/>
              </a:lnSpc>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285750" indent="-285750" algn="just">
              <a:lnSpc>
                <a:spcPct val="110000"/>
              </a:lnSpc>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Compact PCB and Safety Upgrades:</a:t>
            </a:r>
            <a:r>
              <a:rPr lang="en-US" altLang="en-US" sz="2000" dirty="0">
                <a:latin typeface="Times New Roman" panose="02020603050405020304" pitchFamily="18" charset="0"/>
                <a:cs typeface="Times New Roman" panose="02020603050405020304" pitchFamily="18" charset="0"/>
              </a:rPr>
              <a:t> Designing a custom PCB with improved insulation and protection circuits can enhance reliability, safety, and long-term performance.</a:t>
            </a:r>
            <a:endParaRPr lang="en-US" altLang="en-US" sz="2000" dirty="0">
              <a:latin typeface="Times New Roman" panose="02020603050405020304" pitchFamily="18" charset="0"/>
              <a:cs typeface="Times New Roman" panose="02020603050405020304" pitchFamily="18" charset="0"/>
            </a:endParaRPr>
          </a:p>
        </p:txBody>
      </p:sp>
      <p:sp>
        <p:nvSpPr>
          <p:cNvPr id="9" name="Date Placeholder 3"/>
          <p:cNvSpPr>
            <a:spLocks noGrp="1"/>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IN">
                <a:solidFill>
                  <a:schemeClr val="tx1"/>
                </a:solidFill>
              </a:rPr>
              <a:t>16</a:t>
            </a:r>
            <a:r>
              <a:rPr lang="en-IN" altLang="en-US">
                <a:solidFill>
                  <a:schemeClr val="tx1"/>
                </a:solidFill>
              </a:rPr>
              <a:t>/12/25</a:t>
            </a:r>
            <a:endParaRPr lang="en-IN" altLang="en-US">
              <a:solidFill>
                <a:schemeClr val="tx1"/>
              </a:solidFill>
            </a:endParaRPr>
          </a:p>
        </p:txBody>
      </p:sp>
      <p:sp>
        <p:nvSpPr>
          <p:cNvPr id="7" name="Slide Number Placeholder 4"/>
          <p:cNvSpPr>
            <a:spLocks noGrp="1"/>
          </p:cNvSpPr>
          <p:nvPr/>
        </p:nvSpPr>
        <p:spPr>
          <a:xfrm>
            <a:off x="9677400" y="6006546"/>
            <a:ext cx="4114800" cy="851453"/>
          </a:xfrm>
          <a:prstGeom prst="rect">
            <a:avLst/>
          </a:prstGeom>
        </p:spPr>
        <p:txBody>
          <a:bodyPr vert="horz" lIns="91440" tIns="45720" rIns="91440" bIns="45720" rtlCol="0" anchor="ctr">
            <a:noAutofit/>
          </a:bodyPr>
          <a:lstStyle>
            <a:defPPr>
              <a:defRPr lang="en-US"/>
            </a:defPPr>
            <a:lvl1pPr marL="0" algn="ctr" defTabSz="914400" rtl="0" eaLnBrk="1" latinLnBrk="0" hangingPunct="1">
              <a:defRPr sz="1200" b="1" i="0" kern="1200" spc="200" baseline="0">
                <a:solidFill>
                  <a:schemeClr val="tx1"/>
                </a:solidFill>
                <a:latin typeface="+mn-lt"/>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4A09A9-5501-47C1-A89A-A340965A2BE2}" type="slidenum">
              <a:rPr lang="en-US" smtClean="0"/>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Box 3"/>
          <p:cNvSpPr txBox="1"/>
          <p:nvPr/>
        </p:nvSpPr>
        <p:spPr>
          <a:xfrm>
            <a:off x="3771265" y="394970"/>
            <a:ext cx="5588000" cy="829945"/>
          </a:xfrm>
          <a:prstGeom prst="rect">
            <a:avLst/>
          </a:prstGeom>
          <a:noFill/>
        </p:spPr>
        <p:txBody>
          <a:bodyPr wrap="square" rtlCol="0">
            <a:spAutoFit/>
          </a:bodyPr>
          <a:lstStyle/>
          <a:p>
            <a:r>
              <a:rPr lang="en-US" sz="4800" b="1">
                <a:latin typeface="Times New Roman" panose="02020603050405020304" pitchFamily="18" charset="0"/>
                <a:cs typeface="Times New Roman" panose="02020603050405020304" pitchFamily="18" charset="0"/>
              </a:rPr>
              <a:t>APPLICATIONS</a:t>
            </a:r>
            <a:endParaRPr lang="en-US" sz="4800" b="1">
              <a:latin typeface="Times New Roman" panose="02020603050405020304" pitchFamily="18" charset="0"/>
              <a:cs typeface="Times New Roman" panose="02020603050405020304" pitchFamily="18" charset="0"/>
            </a:endParaRPr>
          </a:p>
        </p:txBody>
      </p:sp>
      <p:sp>
        <p:nvSpPr>
          <p:cNvPr id="5" name="Text Box 4"/>
          <p:cNvSpPr txBox="1"/>
          <p:nvPr/>
        </p:nvSpPr>
        <p:spPr>
          <a:xfrm>
            <a:off x="1295400" y="1752600"/>
            <a:ext cx="7990205" cy="4092575"/>
          </a:xfrm>
          <a:prstGeom prst="rect">
            <a:avLst/>
          </a:prstGeom>
        </p:spPr>
        <p:txBody>
          <a:bodyPr wrap="square">
            <a:spAutoFit/>
          </a:bodyPr>
          <a:lstStyle/>
          <a:p>
            <a:pPr marL="342900" indent="-342900" algn="just">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Used in underground power distribution systems to quickly detect and locate cable faults.</a:t>
            </a:r>
            <a:endParaRPr lang="en-US" altLang="en-US" sz="20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altLang="en-US" sz="20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Helps electricity boards and utility companies reduce power outage duration.</a:t>
            </a:r>
            <a:endParaRPr lang="en-US" altLang="en-US" sz="20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altLang="en-US" sz="20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Applicable in industrial plants for monitoring underground power cables.</a:t>
            </a:r>
            <a:endParaRPr lang="en-US" altLang="en-US" sz="20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altLang="en-US" sz="20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Useful in smart city infrastructure for reliable power management.</a:t>
            </a:r>
            <a:endParaRPr lang="en-US" altLang="en-US" sz="20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altLang="en-US" sz="20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Enhances safety by minimizing manual inspection of underground cables.</a:t>
            </a:r>
            <a:endParaRPr lang="en-US" altLang="en-US" sz="20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altLang="en-US" sz="20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Supports preventive maintenance and improves overall system reliability.</a:t>
            </a:r>
            <a:endParaRPr lang="en-US" altLang="en-US" sz="2000">
              <a:latin typeface="Times New Roman" panose="02020603050405020304" pitchFamily="18" charset="0"/>
              <a:cs typeface="Times New Roman" panose="02020603050405020304" pitchFamily="18" charset="0"/>
            </a:endParaRPr>
          </a:p>
        </p:txBody>
      </p:sp>
      <p:sp>
        <p:nvSpPr>
          <p:cNvPr id="9" name="Date Placeholder 3"/>
          <p:cNvSpPr>
            <a:spLocks noGrp="1"/>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IN">
                <a:solidFill>
                  <a:schemeClr val="tx1"/>
                </a:solidFill>
              </a:rPr>
              <a:t>16</a:t>
            </a:r>
            <a:r>
              <a:rPr lang="en-IN" altLang="en-US">
                <a:solidFill>
                  <a:schemeClr val="tx1"/>
                </a:solidFill>
              </a:rPr>
              <a:t>/12/25</a:t>
            </a:r>
            <a:endParaRPr lang="en-IN" altLang="en-US">
              <a:solidFill>
                <a:schemeClr val="tx1"/>
              </a:solidFill>
            </a:endParaRPr>
          </a:p>
        </p:txBody>
      </p:sp>
      <p:sp>
        <p:nvSpPr>
          <p:cNvPr id="8" name="Slide Number Placeholder 4"/>
          <p:cNvSpPr>
            <a:spLocks noGrp="1"/>
          </p:cNvSpPr>
          <p:nvPr/>
        </p:nvSpPr>
        <p:spPr>
          <a:xfrm>
            <a:off x="9677400" y="6006546"/>
            <a:ext cx="4114800" cy="851453"/>
          </a:xfrm>
          <a:prstGeom prst="rect">
            <a:avLst/>
          </a:prstGeom>
        </p:spPr>
        <p:txBody>
          <a:bodyPr vert="horz" lIns="91440" tIns="45720" rIns="91440" bIns="45720" rtlCol="0" anchor="ctr">
            <a:noAutofit/>
          </a:bodyPr>
          <a:lstStyle>
            <a:defPPr>
              <a:defRPr lang="en-US"/>
            </a:defPPr>
            <a:lvl1pPr marL="0" algn="ctr" defTabSz="914400" rtl="0" eaLnBrk="1" latinLnBrk="0" hangingPunct="1">
              <a:defRPr sz="1200" b="1" i="0" kern="1200" spc="200" baseline="0">
                <a:solidFill>
                  <a:schemeClr val="tx1"/>
                </a:solidFill>
                <a:latin typeface="+mn-lt"/>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4A09A9-5501-47C1-A89A-A340965A2BE2}" type="slidenum">
              <a:rPr lang="en-US" smtClean="0"/>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185920" y="443230"/>
            <a:ext cx="6147435" cy="829945"/>
          </a:xfrm>
          <a:prstGeom prst="rect">
            <a:avLst/>
          </a:prstGeom>
          <a:noFill/>
        </p:spPr>
        <p:txBody>
          <a:bodyPr wrap="square" rtlCol="0">
            <a:spAutoFit/>
          </a:bodyPr>
          <a:lstStyle/>
          <a:p>
            <a:r>
              <a:rPr lang="en-US" sz="4800" b="1">
                <a:latin typeface="Times New Roman" panose="02020603050405020304" pitchFamily="18" charset="0"/>
                <a:cs typeface="Times New Roman" panose="02020603050405020304" pitchFamily="18" charset="0"/>
              </a:rPr>
              <a:t>CONCLUSION</a:t>
            </a:r>
            <a:endParaRPr lang="en-US" sz="4800" b="1">
              <a:latin typeface="Times New Roman" panose="02020603050405020304" pitchFamily="18" charset="0"/>
              <a:cs typeface="Times New Roman" panose="02020603050405020304" pitchFamily="18" charset="0"/>
            </a:endParaRPr>
          </a:p>
        </p:txBody>
      </p:sp>
      <p:sp>
        <p:nvSpPr>
          <p:cNvPr id="3" name="Text Box 2"/>
          <p:cNvSpPr txBox="1"/>
          <p:nvPr/>
        </p:nvSpPr>
        <p:spPr>
          <a:xfrm>
            <a:off x="838200" y="1447800"/>
            <a:ext cx="10198100" cy="3220720"/>
          </a:xfrm>
          <a:prstGeom prst="rect">
            <a:avLst/>
          </a:prstGeom>
          <a:noFill/>
        </p:spPr>
        <p:txBody>
          <a:bodyPr wrap="square" rtlCol="0">
            <a:noAutofit/>
          </a:bodyPr>
          <a:lstStyle/>
          <a:p>
            <a:pPr algn="just">
              <a:lnSpc>
                <a:spcPct val="150000"/>
              </a:lnSpc>
            </a:pPr>
            <a:r>
              <a:rPr lang="en-US" altLang="en-US" sz="2000" dirty="0">
                <a:latin typeface="Times New Roman" panose="02020603050405020304" pitchFamily="18" charset="0"/>
                <a:cs typeface="Times New Roman" panose="02020603050405020304" pitchFamily="18" charset="0"/>
              </a:rPr>
              <a:t>The Underground Cable Fault Detector system was successfully designed and implemented to identify faults in power cables. The system accurately detects fault conditions and estimates the fault distance using voltage sensing techniques. IoT integration enables real-time monitoring and instant alerts, reducing response time. The automated approach minimizes manual inspection and improves safety for maintenance personnel. Experimental results confirm reliable performance and quick fault identification. The system is cost-effective, easy to implement, and scalable. Overall, it provides an efficient solution for improving reliability in underground power distribution networks.</a:t>
            </a:r>
            <a:endParaRPr lang="en-US" altLang="en-US" sz="2000" dirty="0">
              <a:latin typeface="Times New Roman" panose="02020603050405020304" pitchFamily="18" charset="0"/>
              <a:cs typeface="Times New Roman" panose="02020603050405020304" pitchFamily="18" charset="0"/>
            </a:endParaRPr>
          </a:p>
        </p:txBody>
      </p:sp>
      <p:sp>
        <p:nvSpPr>
          <p:cNvPr id="9" name="Date Placeholder 3"/>
          <p:cNvSpPr>
            <a:spLocks noGrp="1"/>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IN">
                <a:solidFill>
                  <a:schemeClr val="tx1"/>
                </a:solidFill>
              </a:rPr>
              <a:t>16</a:t>
            </a:r>
            <a:r>
              <a:rPr lang="en-IN" altLang="en-US">
                <a:solidFill>
                  <a:schemeClr val="tx1"/>
                </a:solidFill>
              </a:rPr>
              <a:t>/12/25</a:t>
            </a:r>
            <a:endParaRPr lang="en-IN" altLang="en-US">
              <a:solidFill>
                <a:schemeClr val="tx1"/>
              </a:solidFill>
            </a:endParaRPr>
          </a:p>
        </p:txBody>
      </p:sp>
      <p:sp>
        <p:nvSpPr>
          <p:cNvPr id="7" name="Slide Number Placeholder 4"/>
          <p:cNvSpPr>
            <a:spLocks noGrp="1"/>
          </p:cNvSpPr>
          <p:nvPr/>
        </p:nvSpPr>
        <p:spPr>
          <a:xfrm>
            <a:off x="9677400" y="6006546"/>
            <a:ext cx="4114800" cy="851453"/>
          </a:xfrm>
          <a:prstGeom prst="rect">
            <a:avLst/>
          </a:prstGeom>
        </p:spPr>
        <p:txBody>
          <a:bodyPr vert="horz" lIns="91440" tIns="45720" rIns="91440" bIns="45720" rtlCol="0" anchor="ctr">
            <a:noAutofit/>
          </a:bodyPr>
          <a:lstStyle>
            <a:defPPr>
              <a:defRPr lang="en-US"/>
            </a:defPPr>
            <a:lvl1pPr marL="0" algn="ctr" defTabSz="914400" rtl="0" eaLnBrk="1" latinLnBrk="0" hangingPunct="1">
              <a:defRPr sz="1200" b="1" i="0" kern="1200" spc="200" baseline="0">
                <a:solidFill>
                  <a:schemeClr val="tx1"/>
                </a:solidFill>
                <a:latin typeface="+mn-lt"/>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4A09A9-5501-47C1-A89A-A340965A2BE2}" type="slidenum">
              <a:rPr lang="en-US" smtClean="0"/>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p:cNvPicPr/>
          <p:nvPr/>
        </p:nvPicPr>
        <p:blipFill>
          <a:blip r:embed="rId1"/>
          <a:stretch>
            <a:fillRect/>
          </a:stretch>
        </p:blipFill>
        <p:spPr>
          <a:xfrm>
            <a:off x="2783205" y="1097280"/>
            <a:ext cx="6626225" cy="4664075"/>
          </a:xfrm>
          <a:prstGeom prst="rect">
            <a:avLst/>
          </a:prstGeom>
        </p:spPr>
      </p:pic>
    </p:spTree>
  </p:cSld>
  <p:clrMapOvr>
    <a:masterClrMapping/>
  </p:clrMapOvr>
</p:sld>
</file>

<file path=ppt/theme/theme1.xml><?xml version="1.0" encoding="utf-8"?>
<a:theme xmlns:a="http://schemas.openxmlformats.org/drawingml/2006/main" name="Office Theme">
  <a:themeElements>
    <a:clrScheme name="Droplet">
      <a:dk1>
        <a:srgbClr val="000000"/>
      </a:dk1>
      <a:lt1>
        <a:srgbClr val="FFFFFF"/>
      </a:lt1>
      <a:dk2>
        <a:srgbClr val="0065A8"/>
      </a:dk2>
      <a:lt2>
        <a:srgbClr val="E7E6E6"/>
      </a:lt2>
      <a:accent1>
        <a:srgbClr val="FDCFFD"/>
      </a:accent1>
      <a:accent2>
        <a:srgbClr val="B6DFFF"/>
      </a:accent2>
      <a:accent3>
        <a:srgbClr val="8AE3A8"/>
      </a:accent3>
      <a:accent4>
        <a:srgbClr val="A69BFB"/>
      </a:accent4>
      <a:accent5>
        <a:srgbClr val="B5C3FF"/>
      </a:accent5>
      <a:accent6>
        <a:srgbClr val="73E9C4"/>
      </a:accent6>
      <a:hlink>
        <a:srgbClr val="0563C1"/>
      </a:hlink>
      <a:folHlink>
        <a:srgbClr val="954F72"/>
      </a:folHlink>
    </a:clrScheme>
    <a:fontScheme name="Custom 2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4FA603-F875-4A03-93C9-402691CFAD8E}">
  <ds:schemaRefs/>
</ds:datastoreItem>
</file>

<file path=customXml/itemProps2.xml><?xml version="1.0" encoding="utf-8"?>
<ds:datastoreItem xmlns:ds="http://schemas.openxmlformats.org/officeDocument/2006/customXml" ds:itemID="{6BCCC5ED-FDC5-47FC-8E7E-D334979F148A}">
  <ds:schemaRefs/>
</ds:datastoreItem>
</file>

<file path=customXml/itemProps3.xml><?xml version="1.0" encoding="utf-8"?>
<ds:datastoreItem xmlns:ds="http://schemas.openxmlformats.org/officeDocument/2006/customXml" ds:itemID="{2421B937-7172-47A3-B8EF-010B04CBBB90}">
  <ds:schemaRefs/>
</ds:datastoreItem>
</file>

<file path=docProps/app.xml><?xml version="1.0" encoding="utf-8"?>
<Properties xmlns="http://schemas.openxmlformats.org/officeDocument/2006/extended-properties" xmlns:vt="http://schemas.openxmlformats.org/officeDocument/2006/docPropsVTypes">
  <Template>Droplet design</Template>
  <TotalTime>0</TotalTime>
  <Words>7930</Words>
  <Application>WPS Presentation</Application>
  <PresentationFormat>Widescreen</PresentationFormat>
  <Paragraphs>259</Paragraphs>
  <Slides>20</Slides>
  <Notes>20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Arial</vt:lpstr>
      <vt:lpstr>SimSun</vt:lpstr>
      <vt:lpstr>Wingdings</vt:lpstr>
      <vt:lpstr>Times New Roman</vt:lpstr>
      <vt:lpstr>Calibri</vt:lpstr>
      <vt:lpstr>adonis-web</vt:lpstr>
      <vt:lpstr>Wingdings</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OUTPUT</vt:lpstr>
      <vt:lpstr>RESULT AND DISCUSSION</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dhanvarshini20032024@outlook.com</dc:creator>
  <cp:lastModifiedBy>Home</cp:lastModifiedBy>
  <cp:revision>53</cp:revision>
  <dcterms:created xsi:type="dcterms:W3CDTF">2025-07-24T23:25:00Z</dcterms:created>
  <dcterms:modified xsi:type="dcterms:W3CDTF">2025-12-14T11:20:53Z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3D7366673B3347D6910E49748894C5DB_13</vt:lpwstr>
  </property>
  <property fmtid="{D5CDD505-2E9C-101B-9397-08002B2CF9AE}" pid="4" name="KSOProductBuildVer">
    <vt:lpwstr>1033-12.2.0.23155</vt:lpwstr>
  </property>
</Properties>
</file>